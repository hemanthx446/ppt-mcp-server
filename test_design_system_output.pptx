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761488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TECHNICAL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Enterprise Architecture Diagram: The Air-Gapped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Decoupled multi-tier flow isolating SAP from shop-floor transactions while ensuring 100% operational fidelity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| Enterprise Architecture Practice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45920"/>
            <a:ext cx="2948330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SAP S/4HANA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System of Record (Transactional Truth)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Exposes standard read-only OData endpoints.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Universal Journal (ACDOCA) single source of truth.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Master data governance: BOMs &amp; routing tolerances.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100% READ-ONLY | ZERO WRITE CALLS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11810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291693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OData 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45920"/>
            <a:ext cx="2948330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ENTERPRISE MIDDLEWARE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Decoupled Microservice &amp; Event Queue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Token-authenticated API gateway with rate-limiting.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Timestamp delta synchronization on S/4HANA.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Local graph database storing As-Built Genealogy.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AIR-GAPPED OPERATIONAL CACHE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11810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291693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HTTPS 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45920"/>
            <a:ext cx="2948330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SHOP-FLOOR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Rugged Handheld Execution Terminals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Offline-tolerant Progressive Web App on Zebra HHTs.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Zero Named User SAP Fiori licenses required.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Hardware-enforced barcode Poka-Yoke error proofing.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TOUCHLESS FLOOR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728655" cy="1097280"/>
          </a:xfrm>
          <a:prstGeom prst="rect">
            <a:avLst/>
          </a:prstGeom>
          <a:solidFill>
            <a:srgbClr val="1322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12079"/>
            <a:ext cx="1039947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ARCHITECTURAL GUARANTEE &amp; GOVERNANCE COMMITMENT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•  Zero direct writes to SAP database tables (AFKO, AFRU, ACDOCA). Live ERP remains 100% unharmed with zero lock contention.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GOVERNANCE &amp; IMPACT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The 5 W’s Strategic Evaluation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Mapping Organizational Personas, Data Entities, Cadences, and P&amp;L/EBITDA Drivers across Cockpits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Confidential Enterprise Advisory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3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562"/>
                <a:gridCol w="1650562"/>
                <a:gridCol w="2292447"/>
                <a:gridCol w="1467166"/>
                <a:gridCol w="1833958"/>
                <a:gridCol w="1833958"/>
              </a:tblGrid>
              <a:tr h="1172718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MODULE / COCKPIT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WHO (Personas)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WHAT (Scope &amp; Metrics)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WHEN (Cadence)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WHERE (ERP Tables)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WHY (EBITDA Impact)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72718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Cash Flow &amp; Fulfillment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CFO, VP Finance, 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Shipments vs SLAs, AP/AR aging, Liquidity runway simulator.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Daily 06:00 AM &amp; Intraday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ACDOCA, BSID, BSIK, VBAK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Accelerates Free Cash Flow; captures cash discounts.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72718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52-Week Procurement Pipeline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CPO, SCM Leads, Buyers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52-week PO releases, BOM component lineage, vendor concentration.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Daily morning refresh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EKKO, EKPO, EKET, MSEG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Prevents spot freight premiums; stops job-work material bleed.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72718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Manufacturing &amp; Batch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COO, Plant Directors, 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Full-kitting readiness, batch cost variance, machine utilization.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Shift-wise (3x daily)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AFKO, AFPO, AFRU, RESB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Releases 10–18% trapped WIP; prevents line halts.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TANGIBLE 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Quantified Financial &amp; Operational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MEASURABLE IMPACT: Transforming plant floor accuracy into 38% faster order turnaround and 14-month payback.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Confidential Enterprise Advisory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25459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09344"/>
            <a:ext cx="4925415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-65%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WIP INVENTORY LATENCY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Automated confirmations replace end-of-shift paper backlog.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15768"/>
            <a:ext cx="5254599" cy="3547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4888839" cy="3182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OPERATIONAL AGILITY &amp; QUALITY PROOF POINTS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38% Faster Order Turnaround: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Digital travelers eliminate paper transcription backlog across bays.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22% Reduction in Scrap: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Hardware barcode Poka-Yoke halts unverified component assemblies.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100% Audit Compliance: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Generates AS9100 as-built genealogy records in under 15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1481328"/>
            <a:ext cx="525459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609344"/>
            <a:ext cx="4925415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14-MO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FULL CAPITAL PAYBACK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Recurring cost elimination delivers rapid self-funding cash 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5575" y="2715768"/>
            <a:ext cx="5254599" cy="3547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2898648"/>
            <a:ext cx="4888839" cy="3182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FINANCIAL ROI &amp; BOTTOM-LINE LEVERS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₹45L–₹75L OpEx Avoidance: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Zero Named User SAP licenses required for hundreds of floor assemblers.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₹1.8M Annual Scrap Recovery: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Stops component obsolescence and incorrect drawing revision usage.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4.2x 3-Year Program IRR: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Accelerated capital return across multi-site plant expansion.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1742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PROJECT PLAN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90-Day Agile Implementation Roadmap &amp; Hypercare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Five structured milestone stages ensuring rapid shop-floor deployment with zero operational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Confidential Enterprise Advisory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517571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2188387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1 • DAYS 1–15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Shop-Floor Blueprint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Walkthrough of 8–15 assembly work centers.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Barcode syntax definition (1D/2D QR code).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Specification of Read-Only OData endpoints.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 CRITERIA: Blueprint Sign-Off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8547" y="1481328"/>
            <a:ext cx="2517571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3139" y="1645920"/>
            <a:ext cx="2188387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2 • DAYS 16–45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Core App Build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HHT Client build for Zebra/Honeywell scanners.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Local graph database schema for genealogy.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Poka-Yoke business logic and interlock engine.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 CRITERIA: Lab Poka-Yoke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1481328"/>
            <a:ext cx="2517571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645920"/>
            <a:ext cx="2188387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3 • DAYS 46–65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OData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Secure API Gateway deployment with TLS 1.3.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Read-only delta synchronization from S/4HANA.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Air-gapped posting slip generator testing.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 CRITERIA: Delta Sync Latency &lt;1s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603" y="1481328"/>
            <a:ext cx="2517571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195" y="1645920"/>
            <a:ext cx="2188387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4 • DAYS 66–90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Pilot &amp; Go-Live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Live pilot on primary assembly work center.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&amp; supervisor enablement on HHTs.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Plant-wide production cutover and sign-off.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 CRITERIA: 100% Traveler Digitization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