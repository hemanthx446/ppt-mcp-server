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80160"/>
            <a:ext cx="3454298" cy="493776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1389888"/>
            <a:ext cx="3198266" cy="471830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99.4%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First Pass Yield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+2.1% | SMT Line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368698" y="1280160"/>
            <a:ext cx="3454298" cy="493776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96714" y="1389888"/>
            <a:ext cx="3198266" cy="471830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180ms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ERP Latency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Sub-second | BTP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5876" y="1280160"/>
            <a:ext cx="3454298" cy="493776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3892" y="1389888"/>
            <a:ext cx="3198266" cy="471830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0.8%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Scrap Rate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-45% | Shift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SYSTEM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Production Architecture &amp; MES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Sub-second shop floor synchronization directly into S/4HANA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Confidential Enterprise Advisory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45920"/>
            <a:ext cx="2948330" cy="4453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SAP S/4HANA CORE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ERP LEDGER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Transactional truth and universal journal tie-out.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3898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3898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5378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5378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1682" y="1645920"/>
            <a:ext cx="2948330" cy="4453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LUMBINI BTP EVENT MESH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MIDDLEWARE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Ring-fenced Kafka queue with zero ERP memory locks.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07756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7756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9236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19236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5540" y="1645920"/>
            <a:ext cx="2948330" cy="4453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SHOP FLOOR OT EDGE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PLANT EDGE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Autonomous execution nodes with disconnected caching.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