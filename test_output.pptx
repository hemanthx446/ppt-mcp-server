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003366"/>
                </a:solidFill>
                <a:latin typeface="Arial"/>
              </a:defRPr>
            </a:pPr>
            <a:r>
              <a:t>Welcome to PowerPoint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First major point about the server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Second important aspect of FastMCP</a:t>
            </a:r>
          </a:p>
          <a:p>
            <a:pPr>
              <a:defRPr sz="1800">
                <a:solidFill>
                  <a:srgbClr val="333333"/>
                </a:solidFill>
                <a:latin typeface="Calibri"/>
              </a:defRPr>
            </a:pPr>
            <a:r>
              <a:t>Third slide detailing shapes and layouts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914400"/>
            <a:ext cx="2743200" cy="1828800"/>
          </a:xfrm>
          <a:prstGeom prst="rect">
            <a:avLst/>
          </a:prstGeom>
          <a:solidFill>
            <a:srgbClr val="E6F2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114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Value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Updated Value 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Value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 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