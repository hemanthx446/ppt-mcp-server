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003366"/>
                </a:solidFill>
                <a:latin typeface="Arial"/>
              </a:defRPr>
            </a:pPr>
            <a:r>
              <a:t>Welcome to PowerPoint MCP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First major point about the server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Second important aspect of FastMCP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Third slide detailing shapes and layouts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914400"/>
            <a:ext cx="2743200" cy="1828800"/>
          </a:xfrm>
          <a:prstGeom prst="rect">
            <a:avLst/>
          </a:prstGeom>
          <a:solidFill>
            <a:srgbClr val="E6F2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114800"/>
          <a:ext cx="4572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609600">
                <a:tc>
                  <a:txBody>
                    <a:bodyPr/>
                    <a:lstStyle/>
                    <a:p>
                      <a:r>
                        <a:t>Header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Header B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Value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Updated Value 2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Value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 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