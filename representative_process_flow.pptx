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PROCESS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SAP S/4HANA to MES Production Execution &amp; Quality Clearance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Sequential order dispatch with automated Poka-Yoke decision gate and rework loopback.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Boeing Commercial Airplanes • Process Architecture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PROCESS ARCHITECTURE: PRODUCTION EXECUTION &amp; QUALITY CLEARANCE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1: CUSTOMER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Demand &amp; Sales Order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[SAP SD]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2473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6209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6209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2: SAP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9361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Production Order &amp; MRP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[PP Order 100482]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78562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2298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2298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3: MES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5450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MES Dispatch &amp; Setup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Dispatch]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4651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8387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8387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4: SHOP FLOOR 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1539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Machine Execution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[CNC Work Center]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70740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6944476" y="1984248"/>
            <a:ext cx="1489159" cy="1188720"/>
          </a:xfrm>
          <a:prstGeom prst="diamond">
            <a:avLst/>
          </a:prstGeom>
          <a:solidFill>
            <a:srgbClr val="EEF2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GATE</a:t>
            </a:r>
          </a:p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F172A"/>
                </a:solidFill>
                <a:latin typeface="Inter"/>
              </a:rPr>
              <a:t>QUALITY GATE
&amp; SPC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470211" y="2468879"/>
            <a:ext cx="548640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06787" y="2304288"/>
            <a:ext cx="475488" cy="2011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5427" y="1984248"/>
            <a:ext cx="1294921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5427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6: SAP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8579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Confirmation &amp; Ledger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[CO11N / 101 GR]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77780" y="2468879"/>
            <a:ext cx="146304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51516" y="1984248"/>
            <a:ext cx="1294921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51516" y="1984248"/>
            <a:ext cx="129492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STEP 7: LOGISTICS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4668" y="2276856"/>
            <a:ext cx="114861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Finished Goods Dispatch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[Outbound Delivery]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7579327" y="3218687"/>
            <a:ext cx="219456" cy="1673351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35359" y="3310127"/>
            <a:ext cx="100584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19" b="1" i="0">
                <a:solidFill>
                  <a:srgbClr val="FFFFFF"/>
                </a:solidFill>
                <a:latin typeface="Inter"/>
              </a:rPr>
              <a:t>REWORK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8716" y="4937759"/>
            <a:ext cx="1569241" cy="11887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78716" y="4937759"/>
            <a:ext cx="156924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EXCEPTION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1868" y="5230368"/>
            <a:ext cx="142293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Rework Operation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[MES Non-Conformance]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Quarantine &amp; Root Cause Correction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Defect Logged in S/4HANA QM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6557" y="4937759"/>
            <a:ext cx="1614961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76557" y="4937759"/>
            <a:ext cx="1614961" cy="2560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819" b="1" i="0">
                <a:solidFill>
                  <a:srgbClr val="0066CC"/>
                </a:solidFill>
                <a:latin typeface="Inter"/>
              </a:rPr>
              <a:t>CLEARANCE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709" y="5230368"/>
            <a:ext cx="1468657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0F172A"/>
                </a:solidFill>
                <a:latin typeface="Inter"/>
              </a:rPr>
              <a:t>Re-Inspection &amp; Verification</a:t>
            </a:r>
          </a:p>
          <a:p>
            <a:pPr>
              <a:spcAft>
                <a:spcPts val="200"/>
              </a:spcAft>
            </a:pPr>
            <a:r>
              <a:rPr sz="750" b="0" i="1">
                <a:solidFill>
                  <a:srgbClr val="0066CC"/>
                </a:solidFill>
                <a:latin typeface="Inter"/>
              </a:rPr>
              <a:t>[Digital Traveler]</a:t>
            </a:r>
          </a:p>
          <a:p>
            <a:r>
              <a:rPr sz="819" b="1" i="0">
                <a:solidFill>
                  <a:srgbClr val="64748B"/>
                </a:solidFill>
                <a:latin typeface="Inter"/>
              </a:rPr>
              <a:t>Tolerance Validation &amp; Clearance</a:t>
            </a:r>
          </a:p>
          <a:p>
            <a:r>
              <a:rPr sz="819" b="1" i="0">
                <a:solidFill>
                  <a:srgbClr val="D97706"/>
                </a:solidFill>
                <a:latin typeface="Inter"/>
              </a:rPr>
              <a:t>LOCK: Serial Unlocked Only on Clearance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184533" y="5422392"/>
            <a:ext cx="155448" cy="21945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0064670" y="4434840"/>
            <a:ext cx="219456" cy="502920"/>
          </a:xfrm>
          <a:prstGeom prst="up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20702" y="4507992"/>
            <a:ext cx="123444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819" b="1" i="0">
                <a:solidFill>
                  <a:srgbClr val="D97706"/>
                </a:solidFill>
                <a:latin typeface="Inter"/>
              </a:rPr>
              <a:t>↺ RE-ENTRY LOOP
Cleared for Confirmation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OPERATOR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Frontline Operator Workflow with Poka-Yoke Interlocks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Deterministic digital work instructions eliminate human assembly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Boeing Commercial Airplanes • Operator Workflow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10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Inbound Kit Verification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Operator scans component traveler barcode against ERP BOM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Barcode mismatch interlock halts carrier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3663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2263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20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Robotic Cell Assembly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Automated cell executes precision torque sequence with telemetry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Temperature parameter drift triggers alert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04407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023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30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Laser Direct Part Marking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Permanent 2D DataMatrix serial UID etched onto titanium chassis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High-res optical camera verifies scan contrast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5151" y="3762755"/>
            <a:ext cx="18288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83751" y="1481328"/>
            <a:ext cx="2476423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1767" y="1609344"/>
            <a:ext cx="2220391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STATION 40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End-of-Line Quality Gate</a:t>
            </a:r>
          </a:p>
          <a:p>
            <a:pPr>
              <a:spcAft>
                <a:spcPts val="10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Automated electrical resistance and pneumatic leak testing</a:t>
            </a:r>
          </a:p>
          <a:p>
            <a:r>
              <a:rPr sz="819" b="1" i="0">
                <a:solidFill>
                  <a:srgbClr val="F59E0B"/>
                </a:solidFill>
                <a:latin typeface="Inter"/>
              </a:rPr>
              <a:t>POKA-YOKE: Defect failure locks output nest and posts NCR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