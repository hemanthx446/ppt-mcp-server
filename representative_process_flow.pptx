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2061972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1. PROCESS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SAP S/4HANA to MES Production Execution &amp; Quality Clearance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Sequential order dispatch with automated Poka-Yoke decision gate and rework loopback.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Boeing Commercial Airplanes • Process Architecture Advisory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01 / 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36576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PROCESS ARCHITECTURE: PRODUCTION EXECUTION &amp; QUALITY CLEARANCE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1: CUSTOMER DEMAND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Demand &amp; Sales Order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[SAP SD]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282473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456209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6209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2: SAP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9361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Production Order &amp; MRP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[PP Order 100482]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778562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952298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52298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3: MES 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5450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MES Dispatch &amp; Setup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[Digital Dispatch]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274651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48387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48387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4: SHOP FLOOR 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1539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Machine Execution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[CNC Work Center]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770740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6944476" y="1984248"/>
            <a:ext cx="1294921" cy="1188720"/>
          </a:xfrm>
          <a:prstGeom prst="diamond">
            <a:avLst/>
          </a:prstGeom>
          <a:solidFill>
            <a:srgbClr val="EEF2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DECISION GATE</a:t>
            </a:r>
          </a:p>
          <a:p>
            <a:pPr algn="ctr"/>
            <a:r>
              <a:rPr sz="1050" b="1" i="0">
                <a:solidFill>
                  <a:srgbClr val="0F172A"/>
                </a:solidFill>
                <a:latin typeface="Inter"/>
              </a:rPr>
              <a:t>Quality Gate &amp; SPC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266829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75389" y="2057400"/>
            <a:ext cx="548640" cy="21945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PASS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40565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40565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6: SAP 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13717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Confirmation &amp; Ledger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[CO11N / 101 GR]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762918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36654" y="1984248"/>
            <a:ext cx="1294921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936654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7: LOGISTICS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9806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Finished Goods Dispatch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[Outbound Delivery]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482208" y="3218687"/>
            <a:ext cx="219456" cy="1673351"/>
          </a:xfrm>
          <a:prstGeom prst="down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38240" y="3310127"/>
            <a:ext cx="1005840" cy="21945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REWORK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78716" y="4937759"/>
            <a:ext cx="1569241" cy="11887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78716" y="4937759"/>
            <a:ext cx="156924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EXCEPTION PATH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51868" y="5230368"/>
            <a:ext cx="142293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Rework Operation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[MES Non-Conformance]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Quarantine &amp; Root Cause Correction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LOCK: Defect Logged in S/4HANA QM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76557" y="4937759"/>
            <a:ext cx="1614961" cy="11887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376557" y="4937759"/>
            <a:ext cx="161496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CLEARANCE GATE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49709" y="5230368"/>
            <a:ext cx="146865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Re-Inspection &amp; Verification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[Digital Traveler]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Tolerance Validation &amp; Clearance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LOCK: Serial Unlocked Only on Clearance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8184533" y="5422392"/>
            <a:ext cx="155448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10064670" y="4617720"/>
            <a:ext cx="219456" cy="320040"/>
          </a:xfrm>
          <a:prstGeom prst="up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302414" y="4526279"/>
            <a:ext cx="1029745" cy="365760"/>
          </a:xfrm>
          <a:prstGeom prst="roundRect">
            <a:avLst/>
          </a:prstGeom>
          <a:solidFill>
            <a:srgbClr val="EEF2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19" b="1" i="0">
                <a:solidFill>
                  <a:srgbClr val="D97706"/>
                </a:solidFill>
                <a:latin typeface="Inter"/>
              </a:rPr>
              <a:t>CLOSED-LOOP RE-ENTRY
Cleared for Confirmation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2. OPERATOR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Frontline Operator Workflow with Poka-Yoke Interlocks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Deterministic digital work instructions eliminate human assembly errors.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Boeing Commercial Airplanes • Operator Workflow Advisory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02 / 02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481328"/>
            <a:ext cx="247642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609344"/>
            <a:ext cx="2220391" cy="45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STATION 10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Inbound Kit Verification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Operator scans component traveler barcode against ERP BOM</a:t>
            </a:r>
          </a:p>
          <a:p>
            <a:r>
              <a:rPr sz="819" b="1" i="0">
                <a:solidFill>
                  <a:srgbClr val="F59E0B"/>
                </a:solidFill>
                <a:latin typeface="Inter"/>
              </a:rPr>
              <a:t>POKA-YOKE: Barcode mismatch interlock halts carrier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53663" y="3762755"/>
            <a:ext cx="182880" cy="219456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82263" y="1481328"/>
            <a:ext cx="247642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0279" y="1609344"/>
            <a:ext cx="2220391" cy="45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STATION 20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Robotic Cell Assembly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Automated cell executes precision torque sequence with telemetry</a:t>
            </a:r>
          </a:p>
          <a:p>
            <a:r>
              <a:rPr sz="819" b="1" i="0">
                <a:solidFill>
                  <a:srgbClr val="F59E0B"/>
                </a:solidFill>
                <a:latin typeface="Inter"/>
              </a:rPr>
              <a:t>POKA-YOKE: Temperature parameter drift triggers alert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04407" y="3762755"/>
            <a:ext cx="182880" cy="219456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81328"/>
            <a:ext cx="247642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1023" y="1609344"/>
            <a:ext cx="2220391" cy="45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STATION 30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Laser Direct Part Marking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Permanent 2D DataMatrix serial UID etched onto titanium chassis</a:t>
            </a:r>
          </a:p>
          <a:p>
            <a:r>
              <a:rPr sz="819" b="1" i="0">
                <a:solidFill>
                  <a:srgbClr val="F59E0B"/>
                </a:solidFill>
                <a:latin typeface="Inter"/>
              </a:rPr>
              <a:t>POKA-YOKE: High-res optical camera verifies scan contrast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55151" y="3762755"/>
            <a:ext cx="182880" cy="219456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83751" y="1481328"/>
            <a:ext cx="247642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1767" y="1609344"/>
            <a:ext cx="2220391" cy="45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STATION 40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End-of-Line Quality Gate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Automated electrical resistance and pneumatic leak testing</a:t>
            </a:r>
          </a:p>
          <a:p>
            <a:r>
              <a:rPr sz="819" b="1" i="0">
                <a:solidFill>
                  <a:srgbClr val="F59E0B"/>
                </a:solidFill>
                <a:latin typeface="Inter"/>
              </a:rPr>
              <a:t>POKA-YOKE: Defect failure locks output nest and posts NCR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