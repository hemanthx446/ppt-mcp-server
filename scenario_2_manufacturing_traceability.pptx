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139696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AS-BUILT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Unit &amp; Lot Genealogy Tree: Manufacturing traceability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AS-BUILT TRACEABILITY mapped for Boeing Commercial Airplanes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Boeing Commercial Airplanes • Manufacturing Traceability Solution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58083"/>
            <a:ext cx="3627013" cy="1828800"/>
          </a:xfrm>
          <a:prstGeom prst="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095243"/>
            <a:ext cx="3334405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FINISHED GOOD SERIAL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SN-994820-A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Part: Titanium Actuator Module 24V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Customer Delivery PO-88319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04253" y="3735323"/>
            <a:ext cx="27432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93" y="1481328"/>
            <a:ext cx="6735881" cy="1502664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2309" y="1572768"/>
            <a:ext cx="6479849" cy="1319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SUB-ASSEMBLY: VALVE BODY SUB-ASSY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Lot: LOT-VB-4401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Components: Casting Lot #8821 | O-Ring Seal #1094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4293" y="3121152"/>
            <a:ext cx="6735881" cy="1502664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2309" y="3212592"/>
            <a:ext cx="6479849" cy="1319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SUB-ASSEMBLY: STATOR COIL MODULE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Lot: LOT-SC-2041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Components: Copper Wire #5502 | Epoxy Core #9914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24293" y="4760976"/>
            <a:ext cx="6735881" cy="1502664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2309" y="4852416"/>
            <a:ext cx="6479849" cy="1319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SUB-ASSEMBLY: DIGITAL CONTROLLER PCB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Lot: LOT-PCB-7712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Components: Microcontroller #441 | Firmware Rev 4.2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295144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2. GENEALOGY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Serial &amp; Batch BOM Ancestry: Manufacturing traceability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GENEALOGY RELATIONSHIPS mapped for Boeing Commercial Airplanes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Boeing Commercial Airplanes • Manufacturing Traceability Solution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02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10728655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INDENTED BILL OF MATERIALS (BOM) LINEAGE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920240"/>
            <a:ext cx="10362895" cy="42062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L0 • [MAT-9000] Top Assembly: Actuator Module 24V | Qty: 1 EA | Rev: Rev 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2395728"/>
            <a:ext cx="10042855" cy="42062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L1 • [SUB-1010] Solenoid Valve Body Sub-Assembly | Qty: 1 EA | Rev: Rev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871216"/>
            <a:ext cx="9722815" cy="42062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L2 • [PRT-4401] Titanium Fastener M4 x 20mm | Qty: 4 EA | Rev: Rev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346704"/>
            <a:ext cx="9722815" cy="42062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L2 • [PRT-4405] Viton Flange Seal Ring 18mm | Qty: 1 EA | Rev: Rev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3822191"/>
            <a:ext cx="10042855" cy="42062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L1 • [SUB-1020] Digital Controller Board Assembly | Qty: 1 EA | Rev: Rev 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4297679"/>
            <a:ext cx="9722815" cy="42062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L2 • [PRT-8802] Optical Shaft Encoder Sensor | Qty: 1 EA | Rev: Rev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21742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3. TRACEABILITY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Process History &amp; Data Lifecycle: Manufacturing traceability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TRACEABILITY LIFECYCLE mapped for Boeing Commercial Airplanes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Boeing Commercial Airplanes • Manufacturing Traceability Solution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03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51071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609344"/>
            <a:ext cx="2254681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1. INGESTION</a:t>
            </a:r>
          </a:p>
          <a:p>
            <a:pPr>
              <a:spcAft>
                <a:spcPts val="800"/>
              </a:spcAft>
            </a:pPr>
            <a:r>
              <a:rPr sz="819" b="1" i="0">
                <a:solidFill>
                  <a:srgbClr val="2563EB"/>
                </a:solidFill>
                <a:latin typeface="Inter"/>
              </a:rPr>
              <a:t>RETENTION: Sub-second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OPC-UA and barcode scans stream to edge cache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87953" y="3762755"/>
            <a:ext cx="164592" cy="201168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0833" y="1481328"/>
            <a:ext cx="251071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8849" y="1609344"/>
            <a:ext cx="2254681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2. PROCESSING</a:t>
            </a:r>
          </a:p>
          <a:p>
            <a:pPr>
              <a:spcAft>
                <a:spcPts val="800"/>
              </a:spcAft>
            </a:pPr>
            <a:r>
              <a:rPr sz="819" b="1" i="0">
                <a:solidFill>
                  <a:srgbClr val="2563EB"/>
                </a:solidFill>
                <a:latin typeface="Inter"/>
              </a:rPr>
              <a:t>RETENTION: 5 seconds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Validates serial genealogy and ERP work order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27267" y="3762755"/>
            <a:ext cx="164592" cy="201168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1481328"/>
            <a:ext cx="251071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8163" y="1609344"/>
            <a:ext cx="2254681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3. EXECUTION</a:t>
            </a:r>
          </a:p>
          <a:p>
            <a:pPr>
              <a:spcAft>
                <a:spcPts val="800"/>
              </a:spcAft>
            </a:pPr>
            <a:r>
              <a:rPr sz="819" b="1" i="0">
                <a:solidFill>
                  <a:srgbClr val="2563EB"/>
                </a:solidFill>
                <a:latin typeface="Inter"/>
              </a:rPr>
              <a:t>RETENTION: Shift Real-Time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Real-time MES traveler execution and sign-off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66581" y="3762755"/>
            <a:ext cx="164592" cy="201168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49461" y="1481328"/>
            <a:ext cx="251071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7477" y="1609344"/>
            <a:ext cx="2254681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4. ARCHIVAL</a:t>
            </a:r>
          </a:p>
          <a:p>
            <a:pPr>
              <a:spcAft>
                <a:spcPts val="800"/>
              </a:spcAft>
            </a:pPr>
            <a:r>
              <a:rPr sz="819" b="1" i="0">
                <a:solidFill>
                  <a:srgbClr val="2563EB"/>
                </a:solidFill>
                <a:latin typeface="Inter"/>
              </a:rPr>
              <a:t>RETENTION: 10 Years SLA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WORM storage compliance for 21 CFR Part 11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4. QUALITY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Quality &amp; Compliance Architecture: Manufacturing traceability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QUALITY COMPLIANCE mapped for Boeing Commercial Airplanes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Boeing Commercial Airplanes • Manufacturing Traceability Solution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04 /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DC2626"/>
                </a:solidFill>
                <a:latin typeface="Inter"/>
              </a:rPr>
              <a:t>Primitive Dispatch: ControlFrameworkPrimitive.render() missing 1 required positional argument: 'tiers'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372868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5. QUALITY CONTROL &amp; REWORK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Non-Conformance &amp; Rework Loop: Manufacturing traceability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QUALITY CONTROL &amp; REWORK mapped for Boeing Commercial Airplanes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Boeing Commercial Airplanes • Manufacturing Traceability Solution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05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442133" cy="248680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2442133" cy="329184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83664"/>
            <a:ext cx="2186101" cy="201131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Component Kitting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Standard production routing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19373" y="2615001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693" y="1481328"/>
            <a:ext cx="2442133" cy="248680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93693" y="1481328"/>
            <a:ext cx="2442133" cy="329184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709" y="1883664"/>
            <a:ext cx="2186101" cy="201131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Torque Assembly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Standard production routing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81547" y="2615001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1481328"/>
            <a:ext cx="2442133" cy="248680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5867" y="1481328"/>
            <a:ext cx="2442133" cy="329184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3883" y="1883664"/>
            <a:ext cx="2186101" cy="201131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Automated QC Test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Standard production routing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43721" y="2615001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8041" y="1481328"/>
            <a:ext cx="2442133" cy="248680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18041" y="1481328"/>
            <a:ext cx="2442133" cy="329184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6057" y="1883664"/>
            <a:ext cx="2186101" cy="201131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Packaging &amp; Dispatch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Standard production 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96730"/>
            <a:ext cx="10728655" cy="2066909"/>
          </a:xfrm>
          <a:prstGeom prst="rect">
            <a:avLst/>
          </a:prstGeom>
          <a:solidFill>
            <a:srgbClr val="16284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06458"/>
            <a:ext cx="10362895" cy="1847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Inter"/>
              </a:rPr>
              <a:t>EXCEPTION LOOP: TORQUE ANGLE OUT OF SPECIFICATION (+/- 3.5 DEG TOLERANCE BREACH)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Quarantine Unit to MRB Nest  -&gt;  Scan Technician Badge  -&gt;  Disassemble Fasteners  -&gt;  Re-Torque &amp; Re-Test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