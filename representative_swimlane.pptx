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45059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CROSS-FUNCTIONAL SWIMLANE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End-to-End Enterprise Order-to-Confirmation Swimlane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Multi-tier transactional handoffs and Poka-Yoke interlocks across 5 enterprise lanes.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Siemens Industrial • Cross-Functional Swimlane Advisory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CROSS-FUNCTIONAL OPERATIONAL SWIMLANE: ORDER-TO-CONFIRMATION OPERATIONAL SWIMLANE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874519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874519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CUSTOMER DEMAND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External Partner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2757830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275783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SAP S/4HANA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System of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61488" y="3641140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64114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MES MOM CORE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4524451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452445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SHOP FLOOR / OT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Edge Physical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5407761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540776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QUALITY ASSURANCE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Compliance Interlock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1956815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[1] EDI 850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Demand Forecast / EDI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Sales Demand Signal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86453" y="2840126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[2] S/4HANA PP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Sales &amp; Production Order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MRP Planning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74259" y="3723436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[3] MES MOM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Dispatch &amp; Work Queue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Operation Scheduling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62064" y="4606747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[4] PLC / OPC UA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CNC Machining &amp; Setup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Physical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9870" y="4606747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[5] 261 Movement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Material Consumption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Batch Component Binding</a:t>
            </a:r>
          </a:p>
        </p:txBody>
      </p:sp>
      <p:sp>
        <p:nvSpPr>
          <p:cNvPr id="25" name="Diamond 24"/>
          <p:cNvSpPr/>
          <p:nvPr/>
        </p:nvSpPr>
        <p:spPr>
          <a:xfrm>
            <a:off x="8837676" y="5490057"/>
            <a:ext cx="1004925" cy="645566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[6] CMM Gauge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Optical Inspection Gate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SPC Tolerance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25481" y="2840126"/>
            <a:ext cx="1004925" cy="6455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[7] ACDOCA Post</a:t>
            </a:r>
          </a:p>
          <a:p>
            <a:r>
              <a:rPr sz="1050" b="1" i="0">
                <a:solidFill>
                  <a:srgbClr val="0F172A"/>
                </a:solidFill>
                <a:latin typeface="Inter"/>
              </a:rPr>
              <a:t>Confirmation &amp; Ledger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CO11N &amp; 101 Goods Receipt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327958" y="2620670"/>
            <a:ext cx="146304" cy="201167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10838" y="2629814"/>
            <a:ext cx="1188720" cy="219456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Sales Order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515764" y="3503980"/>
            <a:ext cx="146304" cy="201167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98644" y="3513124"/>
            <a:ext cx="1188720" cy="219456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Production Order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03570" y="4387291"/>
            <a:ext cx="146304" cy="201168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886450" y="4396435"/>
            <a:ext cx="1188720" cy="219456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Dispatch Job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485278" y="4856378"/>
            <a:ext cx="146303" cy="146304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79181" y="5270601"/>
            <a:ext cx="146304" cy="201167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62061" y="5279745"/>
            <a:ext cx="1188720" cy="219456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Inspection Trigger</a:t>
            </a:r>
          </a:p>
        </p:txBody>
      </p:sp>
      <p:sp>
        <p:nvSpPr>
          <p:cNvPr id="36" name="Up Arrow 35"/>
          <p:cNvSpPr/>
          <p:nvPr/>
        </p:nvSpPr>
        <p:spPr>
          <a:xfrm>
            <a:off x="9266986" y="3503980"/>
            <a:ext cx="146304" cy="1967788"/>
          </a:xfrm>
          <a:prstGeom prst="up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49866" y="4396435"/>
            <a:ext cx="1188720" cy="219456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Clearance GR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