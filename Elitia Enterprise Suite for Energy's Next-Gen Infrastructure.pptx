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9.svg" ContentType="image/svg+xml"/>
  <Override PartName="/ppt/media/image2.jpg" ContentType="image/jpg"/>
  <Override PartName="/ppt/media/image22.svg" ContentType="image/svg+xml"/>
  <Override PartName="/ppt/media/image27.svg" ContentType="image/svg+xml"/>
  <Override PartName="/ppt/media/image3.jpg" ContentType="image/jpg"/>
  <Override PartName="/ppt/media/image32.svg" ContentType="image/svg+xml"/>
  <Override PartName="/ppt/media/image42.svg" ContentType="image/svg+xml"/>
  <Override PartName="/ppt/media/image44.svg" ContentType="image/svg+xml"/>
  <Override PartName="/ppt/media/image59.svg" ContentType="image/svg+xml"/>
  <Override PartName="/ppt/media/image62.svg" ContentType="image/svg+xml"/>
  <Override PartName="/ppt/media/image6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507" r:id="rId2"/>
    <p:sldId id="257" r:id="rId3"/>
    <p:sldId id="258" r:id="rId4"/>
    <p:sldId id="2147471354" r:id="rId5"/>
    <p:sldId id="2147471356" r:id="rId20"/>
    <p:sldId id="2147471357" r:id="rId21"/>
    <p:sldId id="2147471358" r:id="rId22"/>
    <p:sldId id="260" r:id="rId6"/>
    <p:sldId id="261" r:id="rId7"/>
    <p:sldId id="262" r:id="rId8"/>
    <p:sldId id="2147471355" r:id="rId9"/>
    <p:sldId id="264" r:id="rId10"/>
    <p:sldId id="265" r:id="rId11"/>
    <p:sldId id="2147471341" r:id="rId12"/>
    <p:sldId id="2147471353" r:id="rId13"/>
    <p:sldId id="4383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125"/>
    <a:srgbClr val="004D8E"/>
    <a:srgbClr val="006FC9"/>
    <a:srgbClr val="006EC8"/>
    <a:srgbClr val="B9EDFF"/>
    <a:srgbClr val="1F497D"/>
    <a:srgbClr val="5D4878"/>
    <a:srgbClr val="E9EDF1"/>
    <a:srgbClr val="EFEFE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3457" autoAdjust="0"/>
  </p:normalViewPr>
  <p:slideViewPr>
    <p:cSldViewPr>
      <p:cViewPr>
        <p:scale>
          <a:sx n="50" d="100"/>
          <a:sy n="50" d="100"/>
        </p:scale>
        <p:origin x="460" y="-1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3DAE-53AA-4958-A94E-634107ACD271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8F4CB-A7E9-466A-BAD1-4DC2B907D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8F4CB-A7E9-466A-BAD1-4DC2B907D4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8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0D7-F42B-4F43-F9A9-EF20F0AC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64FFB-C36B-A5F3-EF21-47E054197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DD34A-F864-5DAF-2F29-B095A174E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A4424-A7CB-FD17-CD43-DD15D4C9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738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76DA-682A-3962-8E87-CAEE529B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07583-A6E0-0976-35C3-FF3F92A48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79E78-EA25-AA63-FBEB-2D3DEFE7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B504-A6D1-3387-9826-AB3B0E697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9663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1689100"/>
            <a:ext cx="469900" cy="520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2900" y="2679700"/>
            <a:ext cx="6629400" cy="662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23050" y="-234087"/>
            <a:ext cx="17921299" cy="1022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95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075677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642" y="478013"/>
            <a:ext cx="16007915" cy="1452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2020" y="2340917"/>
            <a:ext cx="15770860" cy="6243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5975" y="9431901"/>
            <a:ext cx="123063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jpe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sv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svg"/><Relationship Id="rId20" Type="http://schemas.openxmlformats.org/officeDocument/2006/relationships/image" Target="../media/image23.png"/><Relationship Id="rId21" Type="http://schemas.openxmlformats.org/officeDocument/2006/relationships/image" Target="../media/image24.jpe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sv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jpeg"/><Relationship Id="rId28" Type="http://schemas.openxmlformats.org/officeDocument/2006/relationships/image" Target="../media/image31.png"/><Relationship Id="rId29" Type="http://schemas.openxmlformats.org/officeDocument/2006/relationships/image" Target="../media/image32.svg"/><Relationship Id="rId30" Type="http://schemas.openxmlformats.org/officeDocument/2006/relationships/image" Target="../media/image33.jpeg"/><Relationship Id="rId31" Type="http://schemas.openxmlformats.org/officeDocument/2006/relationships/image" Target="../media/image34.jpeg"/><Relationship Id="rId32" Type="http://schemas.openxmlformats.org/officeDocument/2006/relationships/image" Target="../media/image35.png"/><Relationship Id="rId33" Type="http://schemas.openxmlformats.org/officeDocument/2006/relationships/image" Target="../media/image36.png"/><Relationship Id="rId34" Type="http://schemas.openxmlformats.org/officeDocument/2006/relationships/image" Target="../media/image37.jpeg"/><Relationship Id="rId35" Type="http://schemas.openxmlformats.org/officeDocument/2006/relationships/image" Target="../media/image38.png"/><Relationship Id="rId36" Type="http://schemas.openxmlformats.org/officeDocument/2006/relationships/image" Target="../media/image39.png"/><Relationship Id="rId37" Type="http://schemas.openxmlformats.org/officeDocument/2006/relationships/image" Target="../media/image40.jpeg"/><Relationship Id="rId38" Type="http://schemas.openxmlformats.org/officeDocument/2006/relationships/image" Target="../media/image41.png"/><Relationship Id="rId39" Type="http://schemas.openxmlformats.org/officeDocument/2006/relationships/image" Target="../media/image42.svg"/><Relationship Id="rId40" Type="http://schemas.openxmlformats.org/officeDocument/2006/relationships/image" Target="../media/image43.png"/><Relationship Id="rId41" Type="http://schemas.openxmlformats.org/officeDocument/2006/relationships/image" Target="../media/image44.svg"/><Relationship Id="rId42" Type="http://schemas.openxmlformats.org/officeDocument/2006/relationships/image" Target="../media/image45.png"/><Relationship Id="rId43" Type="http://schemas.openxmlformats.org/officeDocument/2006/relationships/image" Target="../media/image46.jpeg"/><Relationship Id="rId44" Type="http://schemas.openxmlformats.org/officeDocument/2006/relationships/image" Target="../media/image47.png"/><Relationship Id="rId45" Type="http://schemas.openxmlformats.org/officeDocument/2006/relationships/image" Target="../media/image48.png"/><Relationship Id="rId46" Type="http://schemas.openxmlformats.org/officeDocument/2006/relationships/image" Target="../media/image49.png"/><Relationship Id="rId47" Type="http://schemas.openxmlformats.org/officeDocument/2006/relationships/image" Target="../media/image50.png"/><Relationship Id="rId48" Type="http://schemas.openxmlformats.org/officeDocument/2006/relationships/image" Target="../media/image51.png"/><Relationship Id="rId49" Type="http://schemas.openxmlformats.org/officeDocument/2006/relationships/image" Target="../media/image52.png"/><Relationship Id="rId50" Type="http://schemas.openxmlformats.org/officeDocument/2006/relationships/image" Target="../media/image53.png"/><Relationship Id="rId51" Type="http://schemas.openxmlformats.org/officeDocument/2006/relationships/image" Target="../media/image54.jpeg"/><Relationship Id="rId52" Type="http://schemas.openxmlformats.org/officeDocument/2006/relationships/image" Target="../media/image55.png"/><Relationship Id="rId53" Type="http://schemas.openxmlformats.org/officeDocument/2006/relationships/image" Target="../media/image56.png"/><Relationship Id="rId54" Type="http://schemas.openxmlformats.org/officeDocument/2006/relationships/image" Target="../media/image57.png"/><Relationship Id="rId55" Type="http://schemas.openxmlformats.org/officeDocument/2006/relationships/image" Target="../media/image58.png"/><Relationship Id="rId56" Type="http://schemas.openxmlformats.org/officeDocument/2006/relationships/image" Target="../media/image59.svg"/><Relationship Id="rId57" Type="http://schemas.openxmlformats.org/officeDocument/2006/relationships/image" Target="../media/image60.png"/><Relationship Id="rId58" Type="http://schemas.openxmlformats.org/officeDocument/2006/relationships/image" Target="../media/image61.png"/><Relationship Id="rId59" Type="http://schemas.openxmlformats.org/officeDocument/2006/relationships/image" Target="../media/image62.svg"/><Relationship Id="rId60" Type="http://schemas.openxmlformats.org/officeDocument/2006/relationships/image" Target="../media/image63.png"/><Relationship Id="rId61" Type="http://schemas.openxmlformats.org/officeDocument/2006/relationships/image" Target="../media/image64.png"/><Relationship Id="rId62" Type="http://schemas.openxmlformats.org/officeDocument/2006/relationships/image" Target="../media/image65.png"/><Relationship Id="rId63" Type="http://schemas.openxmlformats.org/officeDocument/2006/relationships/image" Target="../media/image66.png"/><Relationship Id="rId64" Type="http://schemas.openxmlformats.org/officeDocument/2006/relationships/image" Target="../media/image67.png"/><Relationship Id="rId65" Type="http://schemas.openxmlformats.org/officeDocument/2006/relationships/image" Target="../media/image68.svg"/><Relationship Id="rId66" Type="http://schemas.openxmlformats.org/officeDocument/2006/relationships/image" Target="../media/image69.jpeg"/><Relationship Id="rId67" Type="http://schemas.openxmlformats.org/officeDocument/2006/relationships/image" Target="../media/image70.jpeg"/><Relationship Id="rId68" Type="http://schemas.openxmlformats.org/officeDocument/2006/relationships/image" Target="../media/image7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info@lumbinielite.com" TargetMode="External"/><Relationship Id="rId3" Type="http://schemas.openxmlformats.org/officeDocument/2006/relationships/hyperlink" Target="http://www.lumbinielite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elay 16">
            <a:extLst>
              <a:ext uri="{FF2B5EF4-FFF2-40B4-BE49-F238E27FC236}">
                <a16:creationId xmlns:a16="http://schemas.microsoft.com/office/drawing/2014/main" id="{15A49040-304B-E749-86A6-62EEA272A5F5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Delay 51">
            <a:extLst>
              <a:ext uri="{FF2B5EF4-FFF2-40B4-BE49-F238E27FC236}">
                <a16:creationId xmlns:a16="http://schemas.microsoft.com/office/drawing/2014/main" id="{FF23FE83-5151-F44A-A577-0C8BA66D5EB2}"/>
              </a:ext>
            </a:extLst>
          </p:cNvPr>
          <p:cNvSpPr/>
          <p:nvPr/>
        </p:nvSpPr>
        <p:spPr>
          <a:xfrm flipH="1">
            <a:off x="11451449" y="7693611"/>
            <a:ext cx="5956018" cy="1521510"/>
          </a:xfrm>
          <a:custGeom>
            <a:avLst/>
            <a:gdLst>
              <a:gd name="connsiteX0" fmla="*/ 0 w 1619837"/>
              <a:gd name="connsiteY0" fmla="*/ 0 h 1619837"/>
              <a:gd name="connsiteX1" fmla="*/ 809919 w 1619837"/>
              <a:gd name="connsiteY1" fmla="*/ 0 h 1619837"/>
              <a:gd name="connsiteX2" fmla="*/ 1619838 w 1619837"/>
              <a:gd name="connsiteY2" fmla="*/ 809919 h 1619837"/>
              <a:gd name="connsiteX3" fmla="*/ 809919 w 1619837"/>
              <a:gd name="connsiteY3" fmla="*/ 1619838 h 1619837"/>
              <a:gd name="connsiteX4" fmla="*/ 0 w 1619837"/>
              <a:gd name="connsiteY4" fmla="*/ 1619837 h 1619837"/>
              <a:gd name="connsiteX5" fmla="*/ 0 w 1619837"/>
              <a:gd name="connsiteY5" fmla="*/ 0 h 1619837"/>
              <a:gd name="connsiteX0" fmla="*/ 0 w 6336217"/>
              <a:gd name="connsiteY0" fmla="*/ 0 h 1619838"/>
              <a:gd name="connsiteX1" fmla="*/ 5526298 w 6336217"/>
              <a:gd name="connsiteY1" fmla="*/ 0 h 1619838"/>
              <a:gd name="connsiteX2" fmla="*/ 6336217 w 6336217"/>
              <a:gd name="connsiteY2" fmla="*/ 809919 h 1619838"/>
              <a:gd name="connsiteX3" fmla="*/ 5526298 w 6336217"/>
              <a:gd name="connsiteY3" fmla="*/ 1619838 h 1619838"/>
              <a:gd name="connsiteX4" fmla="*/ 4716379 w 6336217"/>
              <a:gd name="connsiteY4" fmla="*/ 1619837 h 1619838"/>
              <a:gd name="connsiteX5" fmla="*/ 0 w 6336217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50263 h 1619838"/>
              <a:gd name="connsiteX5" fmla="*/ 4708 w 6340925"/>
              <a:gd name="connsiteY5" fmla="*/ 0 h 1619838"/>
              <a:gd name="connsiteX0" fmla="*/ 4708 w 6340925"/>
              <a:gd name="connsiteY0" fmla="*/ 0 h 1629776"/>
              <a:gd name="connsiteX1" fmla="*/ 5531006 w 6340925"/>
              <a:gd name="connsiteY1" fmla="*/ 0 h 1629776"/>
              <a:gd name="connsiteX2" fmla="*/ 6340925 w 6340925"/>
              <a:gd name="connsiteY2" fmla="*/ 809919 h 1629776"/>
              <a:gd name="connsiteX3" fmla="*/ 5531006 w 6340925"/>
              <a:gd name="connsiteY3" fmla="*/ 1619838 h 1629776"/>
              <a:gd name="connsiteX4" fmla="*/ 0 w 6340925"/>
              <a:gd name="connsiteY4" fmla="*/ 1629776 h 1629776"/>
              <a:gd name="connsiteX5" fmla="*/ 4708 w 6340925"/>
              <a:gd name="connsiteY5" fmla="*/ 0 h 1629776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77022 h 1619838"/>
              <a:gd name="connsiteX5" fmla="*/ 4708 w 6340925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618052 h 1619838"/>
              <a:gd name="connsiteX5" fmla="*/ 4708 w 6340925"/>
              <a:gd name="connsiteY5" fmla="*/ 0 h 161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40925" h="1619838">
                <a:moveTo>
                  <a:pt x="4708" y="0"/>
                </a:moveTo>
                <a:lnTo>
                  <a:pt x="5531006" y="0"/>
                </a:lnTo>
                <a:cubicBezTo>
                  <a:pt x="5978312" y="0"/>
                  <a:pt x="6340925" y="362613"/>
                  <a:pt x="6340925" y="809919"/>
                </a:cubicBezTo>
                <a:cubicBezTo>
                  <a:pt x="6340925" y="1257225"/>
                  <a:pt x="5978312" y="1619838"/>
                  <a:pt x="5531006" y="1619838"/>
                </a:cubicBezTo>
                <a:lnTo>
                  <a:pt x="0" y="1618052"/>
                </a:lnTo>
                <a:cubicBezTo>
                  <a:pt x="1569" y="1101298"/>
                  <a:pt x="3139" y="516754"/>
                  <a:pt x="470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1E0CF7-5CDC-2144-A03A-AAC2D1E4CDA0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2" name="Delay 16">
            <a:extLst>
              <a:ext uri="{FF2B5EF4-FFF2-40B4-BE49-F238E27FC236}">
                <a16:creationId xmlns:a16="http://schemas.microsoft.com/office/drawing/2014/main" id="{1439DFCB-325B-517D-77AD-21550208D71F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9B2D2-6F0B-5907-733D-F8EBEC714B97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10695-43DF-A034-CB3A-DED20707A82D}"/>
              </a:ext>
            </a:extLst>
          </p:cNvPr>
          <p:cNvSpPr txBox="1"/>
          <p:nvPr/>
        </p:nvSpPr>
        <p:spPr>
          <a:xfrm>
            <a:off x="1122001" y="3380256"/>
            <a:ext cx="1553322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defTabSz="1300460" rtl="0"/>
            <a:r>
              <a:rPr lang="en-US" sz="6000" b="1" kern="1200" dirty="0">
                <a:solidFill>
                  <a:prstClr val="black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Elitia Enterprise Suite &amp; Co-Innovation Services – by </a:t>
            </a:r>
            <a:r>
              <a:rPr lang="en-US" sz="6000" b="1" kern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Lumbini Elite Group</a:t>
            </a:r>
            <a:endParaRPr lang="en-US" sz="6000" b="1" kern="1200" dirty="0">
              <a:solidFill>
                <a:prstClr val="black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Freeform 4912">
            <a:extLst>
              <a:ext uri="{FF2B5EF4-FFF2-40B4-BE49-F238E27FC236}">
                <a16:creationId xmlns:a16="http://schemas.microsoft.com/office/drawing/2014/main" id="{82B457BC-3DC2-35A5-183B-FF9502892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978" y="5433252"/>
            <a:ext cx="6985327" cy="80364"/>
          </a:xfrm>
          <a:custGeom>
            <a:avLst/>
            <a:gdLst>
              <a:gd name="T0" fmla="*/ 616 w 632"/>
              <a:gd name="T1" fmla="*/ 29 h 30"/>
              <a:gd name="T2" fmla="*/ 13 w 632"/>
              <a:gd name="T3" fmla="*/ 29 h 30"/>
              <a:gd name="T4" fmla="*/ 13 w 632"/>
              <a:gd name="T5" fmla="*/ 29 h 30"/>
              <a:gd name="T6" fmla="*/ 0 w 632"/>
              <a:gd name="T7" fmla="*/ 14 h 30"/>
              <a:gd name="T8" fmla="*/ 0 w 632"/>
              <a:gd name="T9" fmla="*/ 14 h 30"/>
              <a:gd name="T10" fmla="*/ 13 w 632"/>
              <a:gd name="T11" fmla="*/ 0 h 30"/>
              <a:gd name="T12" fmla="*/ 616 w 632"/>
              <a:gd name="T13" fmla="*/ 0 h 30"/>
              <a:gd name="T14" fmla="*/ 616 w 632"/>
              <a:gd name="T15" fmla="*/ 0 h 30"/>
              <a:gd name="T16" fmla="*/ 631 w 632"/>
              <a:gd name="T17" fmla="*/ 14 h 30"/>
              <a:gd name="T18" fmla="*/ 631 w 632"/>
              <a:gd name="T19" fmla="*/ 14 h 30"/>
              <a:gd name="T20" fmla="*/ 616 w 632"/>
              <a:gd name="T21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2" h="30">
                <a:moveTo>
                  <a:pt x="616" y="29"/>
                </a:moveTo>
                <a:lnTo>
                  <a:pt x="13" y="29"/>
                </a:lnTo>
                <a:lnTo>
                  <a:pt x="13" y="29"/>
                </a:lnTo>
                <a:cubicBezTo>
                  <a:pt x="6" y="29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lnTo>
                  <a:pt x="616" y="0"/>
                </a:lnTo>
                <a:lnTo>
                  <a:pt x="616" y="0"/>
                </a:lnTo>
                <a:cubicBezTo>
                  <a:pt x="624" y="0"/>
                  <a:pt x="631" y="6"/>
                  <a:pt x="631" y="14"/>
                </a:cubicBezTo>
                <a:lnTo>
                  <a:pt x="631" y="14"/>
                </a:lnTo>
                <a:cubicBezTo>
                  <a:pt x="631" y="22"/>
                  <a:pt x="624" y="29"/>
                  <a:pt x="616" y="29"/>
                </a:cubicBezTo>
              </a:path>
            </a:pathLst>
          </a:custGeom>
          <a:solidFill>
            <a:srgbClr val="F78B15"/>
          </a:solidFill>
          <a:ln>
            <a:solidFill>
              <a:srgbClr val="F78B15"/>
            </a:solidFill>
          </a:ln>
          <a:effectLst/>
        </p:spPr>
        <p:txBody>
          <a:bodyPr wrap="none" anchor="ctr"/>
          <a:lstStyle/>
          <a:p>
            <a:pPr algn="l" defTabSz="1300460" rtl="0"/>
            <a:endParaRPr lang="en-US" sz="1280" kern="1200">
              <a:solidFill>
                <a:srgbClr val="F78B1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6966-57B7-5F7D-471A-E59672D5C9FF}"/>
              </a:ext>
            </a:extLst>
          </p:cNvPr>
          <p:cNvSpPr txBox="1"/>
          <p:nvPr/>
        </p:nvSpPr>
        <p:spPr>
          <a:xfrm>
            <a:off x="1129177" y="5764666"/>
            <a:ext cx="7608423" cy="2209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00460" rtl="0"/>
            <a:r>
              <a:rPr lang="en-US" sz="2800" dirty="0">
                <a:solidFill>
                  <a:srgbClr val="006FC9"/>
                </a:solidFill>
                <a:latin typeface="Poppins Medium" panose="00000600000000000000" pitchFamily="2" charset="0"/>
                <a:ea typeface="PT Serif" pitchFamily="34" charset="-122"/>
                <a:cs typeface="Poppins Medium" panose="00000600000000000000" pitchFamily="2" charset="0"/>
              </a:rPr>
              <a:t>A Deep-Domain Digital Transformation Suite Bridging Design, Shop-Floor Operations, and Enterprise IT/OT Convergence</a:t>
            </a:r>
          </a:p>
          <a:p>
            <a:pPr algn="just" defTabSz="1300460" rtl="0"/>
            <a:endParaRPr lang="en-US" sz="2560" kern="1200" dirty="0">
              <a:solidFill>
                <a:srgbClr val="00206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14201-A1F3-3D72-866E-6D57EF853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9600" y="538479"/>
            <a:ext cx="3296920" cy="13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4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Executive Summary &amp; Local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3307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rPr sz="1600" b="1" dirty="0">
                <a:solidFill>
                  <a:srgbClr val="0066B4"/>
                </a:solidFill>
                <a:latin typeface="Inter Bold"/>
              </a:rPr>
              <a:t>Strategic alignment with </a:t>
            </a:r>
            <a:r>
              <a:rPr lang="en-US" sz="1600" b="1" dirty="0">
                <a:solidFill>
                  <a:srgbClr val="0066B4"/>
                </a:solidFill>
                <a:latin typeface="Inter Bold"/>
              </a:rPr>
              <a:t>Customer </a:t>
            </a:r>
            <a:r>
              <a:rPr sz="1600" b="1" dirty="0">
                <a:solidFill>
                  <a:srgbClr val="0066B4"/>
                </a:solidFill>
                <a:latin typeface="Inter Bold"/>
              </a:rPr>
              <a:t>Energy's engineering design and manufacturing footprint</a:t>
            </a:r>
            <a:r>
              <a:rPr sz="1849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1950720"/>
            <a:ext cx="7152640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1563" y="2590800"/>
            <a:ext cx="6632448" cy="369742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Executive Summary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Strategic Positioning &amp; Domain DNA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Power &amp; Energy DNA: </a:t>
            </a:r>
            <a:r>
              <a:rPr sz="2000" dirty="0">
                <a:latin typeface="Inter"/>
              </a:rPr>
              <a:t>Deep experience in utility networks and heavy manufacturing infrastructure.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Hybrid Capability Model: </a:t>
            </a:r>
            <a:r>
              <a:rPr sz="2000" dirty="0">
                <a:latin typeface="Inter"/>
              </a:rPr>
              <a:t>Joint product co-development and staff augmentation services alongside the Elitia software suite.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Local Footprint Alignment: </a:t>
            </a:r>
            <a:r>
              <a:rPr sz="2000" dirty="0">
                <a:latin typeface="Inter"/>
              </a:rPr>
              <a:t>Direct support for </a:t>
            </a:r>
            <a:r>
              <a:rPr lang="en-US" sz="2000" dirty="0">
                <a:latin typeface="Inter"/>
              </a:rPr>
              <a:t>Customer</a:t>
            </a:r>
            <a:r>
              <a:rPr sz="2000" dirty="0">
                <a:latin typeface="Inter"/>
              </a:rPr>
              <a:t> GTIC engineering teams and factory workloads.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System Lifespan Mindset: </a:t>
            </a:r>
            <a:r>
              <a:rPr sz="2000" dirty="0">
                <a:latin typeface="Inter"/>
              </a:rPr>
              <a:t>Software and engineering designed for 30-40 years of high-availability utility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80949" y="1950720"/>
            <a:ext cx="7542784" cy="299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76606" y="2286903"/>
            <a:ext cx="7022591" cy="23893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Global Technology &amp; Innovation Centre (GTIC)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Engineering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</a:t>
            </a:r>
            <a:r>
              <a:rPr lang="en-US" sz="1600" dirty="0">
                <a:latin typeface="Inter"/>
              </a:rPr>
              <a:t>Dedicated </a:t>
            </a:r>
            <a:r>
              <a:rPr sz="1600" dirty="0">
                <a:latin typeface="Inter"/>
              </a:rPr>
              <a:t>Engineering R&amp;D and Power Electronics Simulation</a:t>
            </a:r>
            <a:r>
              <a:rPr lang="en-US" sz="1600" dirty="0">
                <a:latin typeface="Inter"/>
              </a:rPr>
              <a:t> Team.</a:t>
            </a:r>
            <a:endParaRPr sz="1600" dirty="0">
              <a:latin typeface="Inter"/>
            </a:endParaRP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Elitia Integration: </a:t>
            </a:r>
            <a:r>
              <a:rPr sz="1600" dirty="0">
                <a:latin typeface="Inter"/>
              </a:rPr>
              <a:t>Configuration release control, CAD/BOM sync, and data profiling.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Co-Development: </a:t>
            </a:r>
            <a:r>
              <a:rPr sz="1600" dirty="0">
                <a:latin typeface="Inter"/>
              </a:rPr>
              <a:t>Direct API integration co-development with GTIC system engineers.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80949" y="5331967"/>
            <a:ext cx="7542784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1046" y="5732402"/>
            <a:ext cx="7022591" cy="23893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Advanced Manufacturing </a:t>
            </a:r>
            <a:r>
              <a:rPr lang="en-US" sz="2560" b="1" dirty="0">
                <a:solidFill>
                  <a:srgbClr val="0066B4"/>
                </a:solidFill>
                <a:latin typeface="Inter"/>
              </a:rPr>
              <a:t>Transformations</a:t>
            </a:r>
            <a:endParaRPr sz="256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/>
              <a:t>Operations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Advanced HVDC systems and Power Quality manufacturing</a:t>
            </a:r>
            <a:r>
              <a:rPr lang="en-US" sz="1600" dirty="0"/>
              <a:t> Solutions.</a:t>
            </a:r>
            <a:endParaRPr sz="1600" dirty="0"/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</a:t>
            </a:r>
            <a:r>
              <a:rPr sz="1600" b="1" dirty="0"/>
              <a:t>Elitia Integration: </a:t>
            </a:r>
            <a:r>
              <a:rPr sz="1600" dirty="0"/>
              <a:t>Shop-floor MES quality gates, predictive APM, and migration validations.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</a:t>
            </a:r>
            <a:r>
              <a:rPr sz="1600" b="1" dirty="0"/>
              <a:t>Augmentation: </a:t>
            </a:r>
            <a:r>
              <a:rPr sz="1600" dirty="0"/>
              <a:t>On-demand squads of utility and data engineers to accelerate continuous upgrades.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2 of 13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997EC-7034-CB01-9862-C0786F8B2227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E02970AA-9800-3FB4-4C43-CBB1B7455080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6FB9C746-895F-5F0A-51F4-81720185FC9C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6108BC-1990-BE22-A5E5-651C866464C7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Power Domain DNA &amp;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1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Lumbini has over 1</a:t>
            </a:r>
            <a:r>
              <a:rPr lang="en-US" sz="1600" b="1" i="1" dirty="0">
                <a:solidFill>
                  <a:srgbClr val="0066B4"/>
                </a:solidFill>
                <a:latin typeface="Inter Bold"/>
              </a:rPr>
              <a:t>3</a:t>
            </a:r>
            <a:r>
              <a:rPr sz="1600" b="1" i="1" dirty="0">
                <a:solidFill>
                  <a:srgbClr val="0066B4"/>
                </a:solidFill>
                <a:latin typeface="Inter Bold"/>
              </a:rPr>
              <a:t> years of utility software heritage with a core philosophy of building for 30-40 years of service life.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8118" y="1820672"/>
            <a:ext cx="15258532" cy="780288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1885697"/>
            <a:ext cx="14695424" cy="35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Arial"/>
              </a:defRPr>
            </a:pPr>
            <a:r>
              <a:rPr sz="1707" dirty="0">
                <a:solidFill>
                  <a:srgbClr val="EB8125"/>
                </a:solidFill>
              </a:rPr>
              <a:t>1</a:t>
            </a:r>
            <a:r>
              <a:rPr lang="en-US" sz="1707" dirty="0">
                <a:solidFill>
                  <a:srgbClr val="EB8125"/>
                </a:solidFill>
              </a:rPr>
              <a:t>3</a:t>
            </a:r>
            <a:r>
              <a:rPr sz="1707" dirty="0">
                <a:solidFill>
                  <a:srgbClr val="EB8125"/>
                </a:solidFill>
              </a:rPr>
              <a:t>+ Years Heritage  |  ISO 9001 &amp; 27001 Certified  |  Active </a:t>
            </a:r>
            <a:r>
              <a:rPr lang="en-US" sz="1707" dirty="0">
                <a:solidFill>
                  <a:srgbClr val="EB8125"/>
                </a:solidFill>
              </a:rPr>
              <a:t>CMMI</a:t>
            </a:r>
            <a:r>
              <a:rPr sz="1707" dirty="0">
                <a:solidFill>
                  <a:srgbClr val="EB8125"/>
                </a:solidFill>
              </a:rPr>
              <a:t> &amp; SAP Global Partner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8117" y="2861056"/>
            <a:ext cx="7282688" cy="2731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31883" y="3319072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Generation Systems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Telemetry &amp; Asset Monitoring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Grid integration portals for Hydro, Thermal, and Solar setups.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Real-time boiler telemetry and generation dispatch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1045" y="2861056"/>
            <a:ext cx="7282688" cy="2731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1238" y="3312758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Transmission &amp; Substation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IEC 61850 &amp; HVDC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Substation automation software configurations and RTU mapping.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Transformer diagnostics and high-voltage line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8117" y="5852160"/>
            <a:ext cx="7282688" cy="286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1883" y="6393935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Grid Distribution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Smart Metering &amp; Billing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Orchestration layers for smart meters handling millions of endpoints.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Outage management system (OMS) billing validation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1045" y="5852160"/>
            <a:ext cx="7282688" cy="286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48538" y="6379014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Renewables &amp; Microgrids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BESS &amp; Distributed Energy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Secure SCADA telemetry interfaces for wind/solar remote platforms.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Battery Bank (BESS) charge control and battery pack diagnostics.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3 of 13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B12F63-5D57-A715-FA94-D80A0B6F685E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47239AC4-DA7B-A020-ECDA-32523DEC159E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D8DF321D-7F9A-1707-3DF7-BA8D3670FA18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D59C0F-216A-96BF-6C43-18AB024A127C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Elitia Suite: L0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-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L4 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IT/OT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1"/>
            <a:ext cx="14955520" cy="3307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rPr sz="1600" b="1" dirty="0">
                <a:solidFill>
                  <a:srgbClr val="0066B4"/>
                </a:solidFill>
                <a:latin typeface="Inter Bold"/>
              </a:rPr>
              <a:t>Our</a:t>
            </a:r>
            <a:r>
              <a:rPr sz="1849" dirty="0"/>
              <a:t> </a:t>
            </a:r>
            <a:r>
              <a:rPr sz="1600" b="1" dirty="0">
                <a:solidFill>
                  <a:srgbClr val="0066B4"/>
                </a:solidFill>
                <a:latin typeface="Inter Bold"/>
              </a:rPr>
              <a:t>proprietary product suite bridges shop-floor operations with enterprise analytics in a standard layered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8118" y="1950720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76803" y="2390864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4: Business Enterprise Level (SAP ERP, Siemens PLM, Elitia BI)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Aggregated cross-plant OEE dashboards, supply chain demand forecasting, and central master data governance via Elitia DGS.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8118" y="3641344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76803" y="4025435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3: Operations Management Level (Elitia APM &amp; Scheduling)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Predictive maintenance models, asset remaining useful life (RUL) forecasting, and engineering change order (ECO) release 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5331967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4103" y="5772114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2: Supervisory Control Level (Elitia MES, SCADA, Grid-X)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Local shop-floor execution tracking, paperless operator instructions, closed-loop quality gates, and remote monitoring systems (RMS).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7022592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4103" y="7295387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0-1: Field Control &amp; Physical Level (PLCs, Remote I/O, BESS Banks)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High-frequency sensor telemetry (thermal, vibration, voltage), battery cell controllers, and edge communication gateways.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4 of 13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437CCD-FAD7-4D67-3447-794710AC5A2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D9F167-521B-1BB0-5843-1D10DA03DD64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C6203DC5-C723-D0B5-1A2F-55AFA1BF7E01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5ABF-F4D0-4C9D-D9D7-AF3D23C4C5BA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6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Smart Manufacturing &amp; HVDC Shop-Floor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Empowering shop-floor operators with predictive asset health, MES, and Vision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24263" y="3048000"/>
            <a:ext cx="6762495" cy="32049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MES &amp; APM: Predictive Asset Performance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HVDC Curing &amp; Winding Control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Remaining Useful Life (RUL): </a:t>
            </a:r>
            <a:r>
              <a:rPr sz="1600" dirty="0">
                <a:latin typeface="Inter"/>
              </a:rPr>
              <a:t>Predicts optimal maintenance windows for critical curing ovens and winding machines.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High-Frequency Edge Telemetry: </a:t>
            </a:r>
            <a:r>
              <a:rPr sz="1600" dirty="0">
                <a:latin typeface="Inter"/>
              </a:rPr>
              <a:t>Dynamic processing of vibration, thermal, and acoustic sensors on testing bays.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Traceability: </a:t>
            </a:r>
            <a:r>
              <a:rPr sz="1600" dirty="0">
                <a:latin typeface="Inter"/>
              </a:rPr>
              <a:t>Serialization and history tracking for complex HVDC transformer parts.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Defect Reduction: </a:t>
            </a:r>
            <a:r>
              <a:rPr sz="1600" dirty="0">
                <a:latin typeface="Inter"/>
              </a:rPr>
              <a:t>Reduces unscheduled line stoppages, securing high plant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35838" y="3048000"/>
            <a:ext cx="6762495" cy="32049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Vision AI &amp; Closed-Loop Quality Inspection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Automated QA &amp; Defect Tracking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Vision AI Inspection: </a:t>
            </a:r>
            <a:r>
              <a:rPr sz="1600" dirty="0">
                <a:latin typeface="Inter"/>
              </a:rPr>
              <a:t>High-speed camera arrays check welds, alignment, and components on automated assembly 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Closed-Loop Quality reconciliation: </a:t>
            </a:r>
            <a:r>
              <a:rPr sz="1600" dirty="0">
                <a:latin typeface="Inter"/>
              </a:rPr>
              <a:t>Real-time visual defect detection automatically links back to PLM CAD records.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Automatic Alerts: </a:t>
            </a:r>
            <a:r>
              <a:rPr sz="1600" dirty="0">
                <a:latin typeface="Inter"/>
              </a:rPr>
              <a:t>Instantly flags assembly line deviations to operators before damage occurs.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Partner Case Study: </a:t>
            </a:r>
            <a:r>
              <a:rPr sz="1600" dirty="0">
                <a:latin typeface="Inter"/>
              </a:rPr>
              <a:t>Deployed Vision QA at Midwest Energy plants with a 24% reduction in manual inspection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8 of 13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C5DD02-CCD1-29CC-E3D1-AA55B0AA4EDA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8DD374D-147D-4CF1-DE60-1A89F068D94E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888E9F1-D19F-3418-E21F-A89E84197AC5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F42EAE-4B93-84C5-3B35-D2801559506F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6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Grid Management &amp; Energy Storage Systems (BESS)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Real-time distribution SCADA portals and sensor-driven battery health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345841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EMS &amp; Grid-X SCADA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Utility Grid Control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EMS Integration: </a:t>
            </a:r>
            <a:r>
              <a:rPr sz="1600" dirty="0">
                <a:latin typeface="Inter"/>
              </a:rPr>
              <a:t>Real-time load balancing, substation monitoring, and active dispatch telemetry.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Grid-X SCADA: </a:t>
            </a:r>
            <a:r>
              <a:rPr sz="1600" dirty="0">
                <a:latin typeface="Inter"/>
              </a:rPr>
              <a:t>Supports standard industrial protocols (IEC 60870-5, DNP3, Modbus) for legacy grids.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Smart Meter Orchestration: </a:t>
            </a:r>
            <a:r>
              <a:rPr sz="1600" dirty="0">
                <a:latin typeface="Inter"/>
              </a:rPr>
              <a:t>Links dispatch telemetry to billing engines and smart meter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44491" y="345841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Battery Bank (BESS) Telemetry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Thermal &amp; Charge Diagnostics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Cell-Level Diagnostics: </a:t>
            </a:r>
            <a:r>
              <a:rPr sz="1600" dirty="0">
                <a:latin typeface="Inter"/>
              </a:rPr>
              <a:t>Continuous logs of cell thermal parameters, voltage, and vibration cycles.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Early Fault Detection: </a:t>
            </a:r>
            <a:r>
              <a:rPr sz="1600" dirty="0">
                <a:latin typeface="Inter"/>
              </a:rPr>
              <a:t>Custom algorithms predict thermal runaway risks, automatically isolating faulty battery cells.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Optimized C-Rating: </a:t>
            </a:r>
            <a:r>
              <a:rPr sz="1600" dirty="0">
                <a:latin typeface="Inter"/>
              </a:rPr>
              <a:t>Programmatically manages battery charge/discharge loops to extend battery life cycles by 20%.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9 of 13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0ADDFC-CF11-C3E5-B301-4C016D53A75C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2EEE992-CB03-B108-FFAE-1DDFCD8A6985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0F7F5B8E-5DD2-B360-08B5-FDFCF63962AB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104EF5-AA06-8359-456B-FA2C1D6FD168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Enterprise Data Governance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Elitia DGS acts as an SAP MDG equivalent, ensuring master data consistency and lineage.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3352800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DGS: Data Governance</a:t>
            </a:r>
            <a:r>
              <a:rPr lang="en-US" sz="2560" b="1" dirty="0">
                <a:solidFill>
                  <a:srgbClr val="0066B4"/>
                </a:solidFill>
                <a:latin typeface="Inter"/>
              </a:rPr>
              <a:t> Suite</a:t>
            </a:r>
            <a:endParaRPr sz="256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Data Consistency &amp; Lineage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SAP MDG Equivalent: </a:t>
            </a:r>
            <a:r>
              <a:rPr sz="1600" dirty="0">
                <a:latin typeface="Inter"/>
              </a:rPr>
              <a:t>Centralizes asset and material master catalogs across multiple manufacturing locations.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Schema Cleansing: </a:t>
            </a:r>
            <a:r>
              <a:rPr sz="1600" dirty="0">
                <a:latin typeface="Inter"/>
              </a:rPr>
              <a:t>Automatically checks syntax and profile completeness before records are committed.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Audit-Ready Lineage: </a:t>
            </a:r>
            <a:r>
              <a:rPr sz="1600" dirty="0">
                <a:latin typeface="Inter"/>
              </a:rPr>
              <a:t>Generates visual lineage maps showing asset changes and historical data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44492" y="335279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Data Validation Engine (DVE)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Frictionless Migration Pipeline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DVE validation framework: </a:t>
            </a:r>
            <a:r>
              <a:rPr sz="1600" dirty="0">
                <a:latin typeface="Inter"/>
              </a:rPr>
              <a:t>Designed for major utility database upgrades and legacy-to-modern ERP migrations.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150+ Custom Rules: </a:t>
            </a:r>
            <a:r>
              <a:rPr sz="1600" dirty="0">
                <a:latin typeface="Inter"/>
              </a:rPr>
              <a:t>Automated business checks target electrical engineering schemas and substation structures.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Zero-Loss Reconciliation: </a:t>
            </a:r>
            <a:r>
              <a:rPr sz="1600" dirty="0">
                <a:latin typeface="Inter"/>
              </a:rPr>
              <a:t>Performs pre- and post-migration validation checks to guarantee zero data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10 of 13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79361D-2F70-F8BB-BC2E-45131112B400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F32CFD2D-4CB5-5AAC-F645-CFBA2289DEB7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FA83A85F-F3E7-B925-5647-13E929025F5D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4DFB76-D56F-280A-D410-7B0E56974844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Proven Customer Success &amp;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Delivering digital transformation and engineering excellence across global utility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28310" y="2723796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JBVNL &amp; TVNL  [ENERGY &amp; UTILITIES DISTRIBUTION]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SAP ERP &amp; Grid Distribution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Full SAP ERP rollout across utility distribution and billing channels.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Standardized asset schemas for millions of smart metering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61238" y="2728657"/>
            <a:ext cx="6762495" cy="18569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Lineage Power &amp; Windcare  [RENEWABLES &amp; BESS]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/>
              <a:t>RMS &amp; SCADA gateways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Deployed Remote Monitoring Systems (RMS) for power conversion devices.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Secure SCADA setups deployed for distributed wind and solar generation plants</a:t>
            </a:r>
            <a:r>
              <a:rPr sz="1493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117" y="5462016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8150" y="5979857"/>
            <a:ext cx="6762495" cy="18569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Midwest Energy &amp; HSA  [INDUSTRIAL MANUFACTURING &amp; MES]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solidFill>
                  <a:srgbClr val="1A202C"/>
                </a:solidFill>
                <a:latin typeface="Inter"/>
              </a:rPr>
              <a:t>Plant MES &amp; EMS Deployments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Engineered custom MES modules for shop-floor assembly 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Implemented Energy Management Systems (EMS) to balance plant power 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1045" y="5462016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61237" y="5980604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Qatar Energy &amp; Acelion Energy  [DIGITAL TRANSFORMATION]</a:t>
            </a:r>
            <a:endParaRPr sz="280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solidFill>
                  <a:srgbClr val="1A202C"/>
                </a:solidFill>
                <a:latin typeface="Inter"/>
              </a:rPr>
              <a:t>Industrial Digital Solutions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Developed cross-border industrial telemetry platforms for energy assets.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Digital twin dashboards showing real-time utility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11 of 13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B331F8-3CAB-8961-9CA7-563D57BF8F8E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F67AFAE-42BF-00B0-A0D2-7527EB7A0FB6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DBCCB480-B282-8E5C-D7B2-691C6B3DC6AA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A31339-00D3-2A70-BADA-F387E1AC2BF2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1106424" y="1664208"/>
            <a:ext cx="15261336" cy="347472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BA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000" b="1">
                <a:solidFill>
                  <a:srgbClr val="0066B4"/>
                </a:solidFill>
                <a:latin typeface="Arial"/>
              </a:defRPr>
            </a:pPr>
            <a:r>
              <a:t>PROVEN TRACK RECORD ACROSS:   ENERGY &amp; UTILITIES   |   INDUSTRIAL MANUFACTURING   |   ENTERPRISE DIGITAL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Flexible Engagement &amp; Co-Innovation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Supporting </a:t>
            </a:r>
            <a:r>
              <a:rPr lang="en-US" sz="1600" b="1" i="1" dirty="0">
                <a:solidFill>
                  <a:srgbClr val="0066B4"/>
                </a:solidFill>
                <a:latin typeface="Inter Bold"/>
              </a:rPr>
              <a:t>Customer</a:t>
            </a:r>
            <a:r>
              <a:rPr sz="1600" b="1" i="1" dirty="0">
                <a:solidFill>
                  <a:srgbClr val="0066B4"/>
                </a:solidFill>
                <a:latin typeface="Inter Bold"/>
              </a:rPr>
              <a:t>'s continuous local/global projects with adaptive resource and co-development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468172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2831262"/>
            <a:ext cx="4161536" cy="21031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Software Licensing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Elitia Product Suite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Modular licensing of the proprietary Elitia suite (MES, APM, DGS, BI, EMS).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Includes standard APIs for fast integration with SAP ERP and Siemens PLM.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0037" y="2080768"/>
            <a:ext cx="468172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0133" y="2831262"/>
            <a:ext cx="4161536" cy="267252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Expert Co-Development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Shared Engineering Model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Dedicated engineering squads work side-by-side with </a:t>
            </a:r>
            <a:r>
              <a:rPr lang="en-US" sz="1600" dirty="0">
                <a:latin typeface="Inter"/>
              </a:rPr>
              <a:t>Customer </a:t>
            </a:r>
            <a:r>
              <a:rPr sz="1600" dirty="0">
                <a:latin typeface="Inter"/>
              </a:rPr>
              <a:t>design teams.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Shared codebase ownership and custom feature extension development.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Experienced in standard enterprise product development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11957" y="2080768"/>
            <a:ext cx="4811776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72053" y="2831262"/>
            <a:ext cx="4291584" cy="267252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Staff Augmentation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On-Demand Resource Delivery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Access to certified utility engineers, power electronics, and data experts.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Resource squads ready to scale up within 2-4 weeks to hit critical deadlines.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Flexible staffing structure aligning with local operations and global headquarters.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12 of 13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929106-DACE-DEA4-269A-FB4C25AEB48B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D5CA574D-E601-D032-B7FA-CE34966FE15B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7179E642-94D6-D043-02E4-2ADA6A9152E9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2432FF-EC13-C5C2-4B9F-804352C6A307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7" y="2340864"/>
            <a:ext cx="156058" cy="494182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8309" y="2340864"/>
            <a:ext cx="14305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1"/>
              </a:spcAft>
              <a:defRPr sz="3200" b="1">
                <a:solidFill>
                  <a:srgbClr val="F0F4F8"/>
                </a:solidFill>
                <a:latin typeface="Segoe UI"/>
              </a:defRPr>
            </a:pPr>
            <a:r>
              <a:rPr sz="6600" b="1" dirty="0">
                <a:solidFill>
                  <a:srgbClr val="004D8E"/>
                </a:solidFill>
                <a:latin typeface="Inter Bold"/>
              </a:rPr>
              <a:t>Partnering for the Future of Energy Infrastructure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718149-21A5-8DD7-D045-722B062942B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5AA3C46F-7E1A-F845-5149-EC6AA4BE94B7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0559A81-95F2-B44A-0A68-88B531A6C31F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E20605-BFC1-C138-589F-74F993715D23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99015-9401-8DDD-688F-8BBBCD601CB9}"/>
              </a:ext>
            </a:extLst>
          </p:cNvPr>
          <p:cNvSpPr txBox="1"/>
          <p:nvPr/>
        </p:nvSpPr>
        <p:spPr>
          <a:xfrm>
            <a:off x="1628309" y="4811776"/>
            <a:ext cx="122858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60"/>
              </a:spcAft>
              <a:defRPr sz="1400" i="1">
                <a:solidFill>
                  <a:srgbClr val="F0F4F8"/>
                </a:solidFill>
                <a:latin typeface="Segoe UI"/>
              </a:defRPr>
            </a:pPr>
            <a:r>
              <a:rPr lang="en-US" sz="2400" dirty="0">
                <a:solidFill>
                  <a:srgbClr val="004D8E"/>
                </a:solidFill>
                <a:latin typeface="Inter"/>
              </a:rPr>
              <a:t>Lumbini Elite is built on decades of institutional resilience rather than fleeting industry trends. We work as the quiet engine behind high-stakes, confidential enterprise transformations, providing a steady hand in crisis. Specializing in architecture and digital leadership, our value is defined by meaningful advisory and the rigor of deep-impact consulting.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69CA-9B1E-28F1-D363-9156421B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4FEDEBD-246E-9DC3-E19E-78B896BFCA0A}"/>
              </a:ext>
            </a:extLst>
          </p:cNvPr>
          <p:cNvSpPr txBox="1">
            <a:spLocks/>
          </p:cNvSpPr>
          <p:nvPr/>
        </p:nvSpPr>
        <p:spPr bwMode="black">
          <a:xfrm>
            <a:off x="924983" y="658875"/>
            <a:ext cx="15284958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Industries We Serve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9ABA3A-16CF-E8E1-4893-2CE830DACAEC}"/>
              </a:ext>
            </a:extLst>
          </p:cNvPr>
          <p:cNvGrpSpPr/>
          <p:nvPr/>
        </p:nvGrpSpPr>
        <p:grpSpPr>
          <a:xfrm>
            <a:off x="966064" y="1972388"/>
            <a:ext cx="13945964" cy="7168690"/>
            <a:chOff x="631639" y="1386835"/>
            <a:chExt cx="9805756" cy="5040485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1F9B2ED3-1197-685A-87DA-03906232F747}"/>
                </a:ext>
              </a:extLst>
            </p:cNvPr>
            <p:cNvGrpSpPr/>
            <p:nvPr/>
          </p:nvGrpSpPr>
          <p:grpSpPr>
            <a:xfrm>
              <a:off x="663272" y="1386835"/>
              <a:ext cx="2044333" cy="341961"/>
              <a:chOff x="600755" y="1282412"/>
              <a:chExt cx="2044333" cy="341961"/>
            </a:xfrm>
          </p:grpSpPr>
          <p:grpSp>
            <p:nvGrpSpPr>
              <p:cNvPr id="90" name="Graphic 87">
                <a:extLst>
                  <a:ext uri="{FF2B5EF4-FFF2-40B4-BE49-F238E27FC236}">
                    <a16:creationId xmlns:a16="http://schemas.microsoft.com/office/drawing/2014/main" id="{A1AE080B-67A5-4DEE-C055-421169C7F67A}"/>
                  </a:ext>
                </a:extLst>
              </p:cNvPr>
              <p:cNvGrpSpPr/>
              <p:nvPr/>
            </p:nvGrpSpPr>
            <p:grpSpPr>
              <a:xfrm>
                <a:off x="600755" y="1282412"/>
                <a:ext cx="309836" cy="341961"/>
                <a:chOff x="620972" y="1282700"/>
                <a:chExt cx="351410" cy="38784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F82F96CF-B483-7192-D48D-DDE11E70C4EF}"/>
                    </a:ext>
                  </a:extLst>
                </p:cNvPr>
                <p:cNvSpPr/>
                <p:nvPr/>
              </p:nvSpPr>
              <p:spPr>
                <a:xfrm>
                  <a:off x="620972" y="1282700"/>
                  <a:ext cx="351410" cy="387846"/>
                </a:xfrm>
                <a:custGeom>
                  <a:avLst/>
                  <a:gdLst>
                    <a:gd name="csX0" fmla="*/ 342038 w 351410"/>
                    <a:gd name="csY0" fmla="*/ 9377 h 387846"/>
                    <a:gd name="csX1" fmla="*/ 334934 w 351410"/>
                    <a:gd name="csY1" fmla="*/ 975 h 387846"/>
                    <a:gd name="csX2" fmla="*/ 323954 w 351410"/>
                    <a:gd name="csY2" fmla="*/ 1688 h 387846"/>
                    <a:gd name="csX3" fmla="*/ 181901 w 351410"/>
                    <a:gd name="csY3" fmla="*/ 1688 h 387846"/>
                    <a:gd name="csX4" fmla="*/ 169508 w 351410"/>
                    <a:gd name="csY4" fmla="*/ 1688 h 387846"/>
                    <a:gd name="csX5" fmla="*/ 27456 w 351410"/>
                    <a:gd name="csY5" fmla="*/ 1688 h 387846"/>
                    <a:gd name="csX6" fmla="*/ 16477 w 351410"/>
                    <a:gd name="csY6" fmla="*/ 975 h 387846"/>
                    <a:gd name="csX7" fmla="*/ 9373 w 351410"/>
                    <a:gd name="csY7" fmla="*/ 9377 h 387846"/>
                    <a:gd name="csX8" fmla="*/ 135321 w 351410"/>
                    <a:gd name="csY8" fmla="*/ 360436 h 387846"/>
                    <a:gd name="csX9" fmla="*/ 168338 w 351410"/>
                    <a:gd name="csY9" fmla="*/ 385377 h 387846"/>
                    <a:gd name="csX10" fmla="*/ 175705 w 351410"/>
                    <a:gd name="csY10" fmla="*/ 387847 h 387846"/>
                    <a:gd name="csX11" fmla="*/ 183072 w 351410"/>
                    <a:gd name="csY11" fmla="*/ 385377 h 387846"/>
                    <a:gd name="csX12" fmla="*/ 216089 w 351410"/>
                    <a:gd name="csY12" fmla="*/ 360436 h 387846"/>
                    <a:gd name="csX13" fmla="*/ 342038 w 351410"/>
                    <a:gd name="csY13" fmla="*/ 9377 h 387846"/>
                    <a:gd name="csX14" fmla="*/ 201357 w 351410"/>
                    <a:gd name="csY14" fmla="*/ 340931 h 387846"/>
                    <a:gd name="csX15" fmla="*/ 175705 w 351410"/>
                    <a:gd name="csY15" fmla="*/ 360307 h 387846"/>
                    <a:gd name="csX16" fmla="*/ 150055 w 351410"/>
                    <a:gd name="csY16" fmla="*/ 340931 h 387846"/>
                    <a:gd name="csX17" fmla="*/ 29859 w 351410"/>
                    <a:gd name="csY17" fmla="*/ 30480 h 387846"/>
                    <a:gd name="csX18" fmla="*/ 175705 w 351410"/>
                    <a:gd name="csY18" fmla="*/ 26225 h 387846"/>
                    <a:gd name="csX19" fmla="*/ 321552 w 351410"/>
                    <a:gd name="csY19" fmla="*/ 30480 h 387846"/>
                    <a:gd name="csX20" fmla="*/ 201357 w 351410"/>
                    <a:gd name="csY20" fmla="*/ 340931 h 3878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351410" h="387846">
                      <a:moveTo>
                        <a:pt x="342038" y="9377"/>
                      </a:moveTo>
                      <a:cubicBezTo>
                        <a:pt x="341136" y="5609"/>
                        <a:pt x="338500" y="2492"/>
                        <a:pt x="334934" y="975"/>
                      </a:cubicBezTo>
                      <a:cubicBezTo>
                        <a:pt x="331369" y="-542"/>
                        <a:pt x="327295" y="-277"/>
                        <a:pt x="323954" y="1688"/>
                      </a:cubicBezTo>
                      <a:cubicBezTo>
                        <a:pt x="280144" y="27457"/>
                        <a:pt x="225714" y="27459"/>
                        <a:pt x="181901" y="1688"/>
                      </a:cubicBezTo>
                      <a:cubicBezTo>
                        <a:pt x="178078" y="-562"/>
                        <a:pt x="173333" y="-562"/>
                        <a:pt x="169508" y="1688"/>
                      </a:cubicBezTo>
                      <a:cubicBezTo>
                        <a:pt x="125698" y="27458"/>
                        <a:pt x="71266" y="27458"/>
                        <a:pt x="27456" y="1688"/>
                      </a:cubicBezTo>
                      <a:cubicBezTo>
                        <a:pt x="24116" y="-277"/>
                        <a:pt x="20042" y="-540"/>
                        <a:pt x="16477" y="975"/>
                      </a:cubicBezTo>
                      <a:cubicBezTo>
                        <a:pt x="12911" y="2492"/>
                        <a:pt x="10275" y="5609"/>
                        <a:pt x="9373" y="9377"/>
                      </a:cubicBezTo>
                      <a:cubicBezTo>
                        <a:pt x="-22141" y="141038"/>
                        <a:pt x="27296" y="278837"/>
                        <a:pt x="135321" y="360436"/>
                      </a:cubicBezTo>
                      <a:lnTo>
                        <a:pt x="168338" y="385377"/>
                      </a:lnTo>
                      <a:cubicBezTo>
                        <a:pt x="170518" y="387024"/>
                        <a:pt x="173110" y="387847"/>
                        <a:pt x="175705" y="387847"/>
                      </a:cubicBezTo>
                      <a:cubicBezTo>
                        <a:pt x="178298" y="387847"/>
                        <a:pt x="180892" y="387023"/>
                        <a:pt x="183072" y="385377"/>
                      </a:cubicBezTo>
                      <a:lnTo>
                        <a:pt x="216089" y="360436"/>
                      </a:lnTo>
                      <a:cubicBezTo>
                        <a:pt x="324114" y="278837"/>
                        <a:pt x="373552" y="141038"/>
                        <a:pt x="342038" y="9377"/>
                      </a:cubicBezTo>
                      <a:close/>
                      <a:moveTo>
                        <a:pt x="201357" y="340931"/>
                      </a:moveTo>
                      <a:lnTo>
                        <a:pt x="175705" y="360307"/>
                      </a:lnTo>
                      <a:lnTo>
                        <a:pt x="150055" y="340931"/>
                      </a:lnTo>
                      <a:cubicBezTo>
                        <a:pt x="53993" y="268369"/>
                        <a:pt x="7845" y="147919"/>
                        <a:pt x="29859" y="30480"/>
                      </a:cubicBezTo>
                      <a:cubicBezTo>
                        <a:pt x="76274" y="51777"/>
                        <a:pt x="130303" y="50360"/>
                        <a:pt x="175705" y="26225"/>
                      </a:cubicBezTo>
                      <a:cubicBezTo>
                        <a:pt x="221109" y="50360"/>
                        <a:pt x="275136" y="51778"/>
                        <a:pt x="321552" y="30480"/>
                      </a:cubicBezTo>
                      <a:cubicBezTo>
                        <a:pt x="343565" y="147919"/>
                        <a:pt x="297417" y="268369"/>
                        <a:pt x="201357" y="340931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F81E1BD8-5C6D-0462-4753-8E9EF593D417}"/>
                    </a:ext>
                  </a:extLst>
                </p:cNvPr>
                <p:cNvSpPr/>
                <p:nvPr/>
              </p:nvSpPr>
              <p:spPr>
                <a:xfrm>
                  <a:off x="662548" y="1328859"/>
                  <a:ext cx="268260" cy="290640"/>
                </a:xfrm>
                <a:custGeom>
                  <a:avLst/>
                  <a:gdLst>
                    <a:gd name="csX0" fmla="*/ 263841 w 268260"/>
                    <a:gd name="csY0" fmla="*/ 11810 h 290640"/>
                    <a:gd name="csX1" fmla="*/ 257075 w 268260"/>
                    <a:gd name="csY1" fmla="*/ 10572 h 290640"/>
                    <a:gd name="csX2" fmla="*/ 211353 w 268260"/>
                    <a:gd name="csY2" fmla="*/ 16425 h 290640"/>
                    <a:gd name="csX3" fmla="*/ 137441 w 268260"/>
                    <a:gd name="csY3" fmla="*/ 703 h 290640"/>
                    <a:gd name="csX4" fmla="*/ 130819 w 268260"/>
                    <a:gd name="csY4" fmla="*/ 703 h 290640"/>
                    <a:gd name="csX5" fmla="*/ 56907 w 268260"/>
                    <a:gd name="csY5" fmla="*/ 16425 h 290640"/>
                    <a:gd name="csX6" fmla="*/ 11185 w 268260"/>
                    <a:gd name="csY6" fmla="*/ 10572 h 290640"/>
                    <a:gd name="csX7" fmla="*/ 4419 w 268260"/>
                    <a:gd name="csY7" fmla="*/ 11810 h 290640"/>
                    <a:gd name="csX8" fmla="*/ 1011 w 268260"/>
                    <a:gd name="csY8" fmla="*/ 17784 h 290640"/>
                    <a:gd name="csX9" fmla="*/ 23465 w 268260"/>
                    <a:gd name="csY9" fmla="*/ 158634 h 290640"/>
                    <a:gd name="csX10" fmla="*/ 118792 w 268260"/>
                    <a:gd name="csY10" fmla="*/ 281118 h 290640"/>
                    <a:gd name="csX11" fmla="*/ 129219 w 268260"/>
                    <a:gd name="csY11" fmla="*/ 288994 h 290640"/>
                    <a:gd name="csX12" fmla="*/ 134130 w 268260"/>
                    <a:gd name="csY12" fmla="*/ 290640 h 290640"/>
                    <a:gd name="csX13" fmla="*/ 139041 w 268260"/>
                    <a:gd name="csY13" fmla="*/ 288994 h 290640"/>
                    <a:gd name="csX14" fmla="*/ 149467 w 268260"/>
                    <a:gd name="csY14" fmla="*/ 281118 h 290640"/>
                    <a:gd name="csX15" fmla="*/ 244796 w 268260"/>
                    <a:gd name="csY15" fmla="*/ 158634 h 290640"/>
                    <a:gd name="csX16" fmla="*/ 267249 w 268260"/>
                    <a:gd name="csY16" fmla="*/ 17784 h 290640"/>
                    <a:gd name="csX17" fmla="*/ 263841 w 268260"/>
                    <a:gd name="csY17" fmla="*/ 11810 h 290640"/>
                    <a:gd name="csX18" fmla="*/ 229777 w 268260"/>
                    <a:gd name="csY18" fmla="*/ 152307 h 290640"/>
                    <a:gd name="csX19" fmla="*/ 139645 w 268260"/>
                    <a:gd name="csY19" fmla="*/ 268114 h 290640"/>
                    <a:gd name="csX20" fmla="*/ 134129 w 268260"/>
                    <a:gd name="csY20" fmla="*/ 272281 h 290640"/>
                    <a:gd name="csX21" fmla="*/ 128613 w 268260"/>
                    <a:gd name="csY21" fmla="*/ 268115 h 290640"/>
                    <a:gd name="csX22" fmla="*/ 38481 w 268260"/>
                    <a:gd name="csY22" fmla="*/ 152307 h 290640"/>
                    <a:gd name="csX23" fmla="*/ 16628 w 268260"/>
                    <a:gd name="csY23" fmla="*/ 28578 h 290640"/>
                    <a:gd name="csX24" fmla="*/ 56906 w 268260"/>
                    <a:gd name="csY24" fmla="*/ 32721 h 290640"/>
                    <a:gd name="csX25" fmla="*/ 134129 w 268260"/>
                    <a:gd name="csY25" fmla="*/ 17029 h 290640"/>
                    <a:gd name="csX26" fmla="*/ 211352 w 268260"/>
                    <a:gd name="csY26" fmla="*/ 32721 h 290640"/>
                    <a:gd name="csX27" fmla="*/ 251630 w 268260"/>
                    <a:gd name="csY27" fmla="*/ 28578 h 290640"/>
                    <a:gd name="csX28" fmla="*/ 229777 w 268260"/>
                    <a:gd name="csY28" fmla="*/ 152307 h 29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268260" h="290640">
                      <a:moveTo>
                        <a:pt x="263841" y="11810"/>
                      </a:moveTo>
                      <a:cubicBezTo>
                        <a:pt x="261878" y="10418"/>
                        <a:pt x="259400" y="9965"/>
                        <a:pt x="257075" y="10572"/>
                      </a:cubicBezTo>
                      <a:cubicBezTo>
                        <a:pt x="242162" y="14456"/>
                        <a:pt x="226779" y="16425"/>
                        <a:pt x="211353" y="16425"/>
                      </a:cubicBezTo>
                      <a:cubicBezTo>
                        <a:pt x="186128" y="16425"/>
                        <a:pt x="160571" y="10989"/>
                        <a:pt x="137441" y="703"/>
                      </a:cubicBezTo>
                      <a:cubicBezTo>
                        <a:pt x="135332" y="-234"/>
                        <a:pt x="132927" y="-234"/>
                        <a:pt x="130819" y="703"/>
                      </a:cubicBezTo>
                      <a:cubicBezTo>
                        <a:pt x="107690" y="10989"/>
                        <a:pt x="82132" y="16425"/>
                        <a:pt x="56907" y="16425"/>
                      </a:cubicBezTo>
                      <a:cubicBezTo>
                        <a:pt x="41481" y="16425"/>
                        <a:pt x="26097" y="14456"/>
                        <a:pt x="11185" y="10572"/>
                      </a:cubicBezTo>
                      <a:cubicBezTo>
                        <a:pt x="8857" y="9965"/>
                        <a:pt x="6381" y="10419"/>
                        <a:pt x="4419" y="11810"/>
                      </a:cubicBezTo>
                      <a:cubicBezTo>
                        <a:pt x="2458" y="13201"/>
                        <a:pt x="1211" y="15388"/>
                        <a:pt x="1011" y="17784"/>
                      </a:cubicBezTo>
                      <a:cubicBezTo>
                        <a:pt x="-2958" y="65643"/>
                        <a:pt x="4806" y="114349"/>
                        <a:pt x="23465" y="158634"/>
                      </a:cubicBezTo>
                      <a:cubicBezTo>
                        <a:pt x="43870" y="207069"/>
                        <a:pt x="76834" y="249424"/>
                        <a:pt x="118792" y="281118"/>
                      </a:cubicBezTo>
                      <a:lnTo>
                        <a:pt x="129219" y="288994"/>
                      </a:lnTo>
                      <a:cubicBezTo>
                        <a:pt x="130672" y="290091"/>
                        <a:pt x="132401" y="290640"/>
                        <a:pt x="134130" y="290640"/>
                      </a:cubicBezTo>
                      <a:cubicBezTo>
                        <a:pt x="135859" y="290640"/>
                        <a:pt x="137588" y="290091"/>
                        <a:pt x="139041" y="288994"/>
                      </a:cubicBezTo>
                      <a:lnTo>
                        <a:pt x="149467" y="281118"/>
                      </a:lnTo>
                      <a:cubicBezTo>
                        <a:pt x="191426" y="249423"/>
                        <a:pt x="224390" y="207068"/>
                        <a:pt x="244796" y="158634"/>
                      </a:cubicBezTo>
                      <a:cubicBezTo>
                        <a:pt x="263453" y="114348"/>
                        <a:pt x="271218" y="65643"/>
                        <a:pt x="267249" y="17784"/>
                      </a:cubicBezTo>
                      <a:cubicBezTo>
                        <a:pt x="267050" y="15387"/>
                        <a:pt x="265803" y="13201"/>
                        <a:pt x="263841" y="11810"/>
                      </a:cubicBezTo>
                      <a:close/>
                      <a:moveTo>
                        <a:pt x="229777" y="152307"/>
                      </a:moveTo>
                      <a:cubicBezTo>
                        <a:pt x="210485" y="198100"/>
                        <a:pt x="179317" y="238147"/>
                        <a:pt x="139645" y="268114"/>
                      </a:cubicBezTo>
                      <a:lnTo>
                        <a:pt x="134129" y="272281"/>
                      </a:lnTo>
                      <a:lnTo>
                        <a:pt x="128613" y="268115"/>
                      </a:lnTo>
                      <a:cubicBezTo>
                        <a:pt x="88942" y="238148"/>
                        <a:pt x="57774" y="198103"/>
                        <a:pt x="38481" y="152307"/>
                      </a:cubicBezTo>
                      <a:cubicBezTo>
                        <a:pt x="22065" y="113345"/>
                        <a:pt x="14568" y="70764"/>
                        <a:pt x="16628" y="28578"/>
                      </a:cubicBezTo>
                      <a:cubicBezTo>
                        <a:pt x="29862" y="31330"/>
                        <a:pt x="43369" y="32721"/>
                        <a:pt x="56906" y="32721"/>
                      </a:cubicBezTo>
                      <a:cubicBezTo>
                        <a:pt x="83197" y="32721"/>
                        <a:pt x="109815" y="27304"/>
                        <a:pt x="134129" y="17029"/>
                      </a:cubicBezTo>
                      <a:cubicBezTo>
                        <a:pt x="158445" y="27304"/>
                        <a:pt x="185063" y="32721"/>
                        <a:pt x="211352" y="32721"/>
                      </a:cubicBezTo>
                      <a:cubicBezTo>
                        <a:pt x="224889" y="32721"/>
                        <a:pt x="238396" y="31330"/>
                        <a:pt x="251630" y="28578"/>
                      </a:cubicBezTo>
                      <a:cubicBezTo>
                        <a:pt x="253691" y="70764"/>
                        <a:pt x="246193" y="113344"/>
                        <a:pt x="229777" y="152307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3FEB187-218D-076B-288E-60623A726DD7}"/>
                  </a:ext>
                </a:extLst>
              </p:cNvPr>
              <p:cNvSpPr txBox="1"/>
              <p:nvPr/>
            </p:nvSpPr>
            <p:spPr>
              <a:xfrm>
                <a:off x="1047746" y="1314893"/>
                <a:ext cx="1597342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Aerospace and defence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30E85C5C-660A-D23C-6C3E-EA30257D9C20}"/>
                </a:ext>
              </a:extLst>
            </p:cNvPr>
            <p:cNvGrpSpPr/>
            <p:nvPr/>
          </p:nvGrpSpPr>
          <p:grpSpPr>
            <a:xfrm>
              <a:off x="4164897" y="1386835"/>
              <a:ext cx="1341973" cy="289390"/>
              <a:chOff x="4003904" y="1288562"/>
              <a:chExt cx="1341973" cy="289390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B9737D0-3BC8-117E-60D6-218F289FB50B}"/>
                  </a:ext>
                </a:extLst>
              </p:cNvPr>
              <p:cNvSpPr txBox="1"/>
              <p:nvPr/>
            </p:nvSpPr>
            <p:spPr>
              <a:xfrm>
                <a:off x="4431564" y="1294758"/>
                <a:ext cx="9143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Agribusiness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500A9433-FE8A-89C4-FA34-9FDF2DEA9998}"/>
                  </a:ext>
                </a:extLst>
              </p:cNvPr>
              <p:cNvSpPr/>
              <p:nvPr/>
            </p:nvSpPr>
            <p:spPr>
              <a:xfrm>
                <a:off x="4003904" y="1288562"/>
                <a:ext cx="304622" cy="289390"/>
              </a:xfrm>
              <a:custGeom>
                <a:avLst/>
                <a:gdLst>
                  <a:gd name="csX0" fmla="*/ 209831 w 279774"/>
                  <a:gd name="csY0" fmla="*/ 69944 h 265785"/>
                  <a:gd name="csX1" fmla="*/ 25459 w 279774"/>
                  <a:gd name="csY1" fmla="*/ 256553 h 265785"/>
                  <a:gd name="csX2" fmla="*/ 51898 w 279774"/>
                  <a:gd name="csY2" fmla="*/ 265785 h 265785"/>
                  <a:gd name="csX3" fmla="*/ 65887 w 279774"/>
                  <a:gd name="csY3" fmla="*/ 233611 h 265785"/>
                  <a:gd name="csX4" fmla="*/ 83932 w 279774"/>
                  <a:gd name="csY4" fmla="*/ 237808 h 265785"/>
                  <a:gd name="csX5" fmla="*/ 279774 w 279774"/>
                  <a:gd name="csY5" fmla="*/ 0 h 265785"/>
                  <a:gd name="csX6" fmla="*/ 97921 w 279774"/>
                  <a:gd name="csY6" fmla="*/ 45463 h 265785"/>
                  <a:gd name="csX7" fmla="*/ 0 w 279774"/>
                  <a:gd name="csY7" fmla="*/ 146881 h 265785"/>
                  <a:gd name="csX8" fmla="*/ 24480 w 279774"/>
                  <a:gd name="csY8" fmla="*/ 199339 h 265785"/>
                  <a:gd name="csX9" fmla="*/ 209831 w 279774"/>
                  <a:gd name="csY9" fmla="*/ 69944 h 265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79774" h="265785">
                    <a:moveTo>
                      <a:pt x="209831" y="69944"/>
                    </a:moveTo>
                    <a:cubicBezTo>
                      <a:pt x="83932" y="97921"/>
                      <a:pt x="54556" y="184231"/>
                      <a:pt x="25459" y="256553"/>
                    </a:cubicBezTo>
                    <a:lnTo>
                      <a:pt x="51898" y="265785"/>
                    </a:lnTo>
                    <a:lnTo>
                      <a:pt x="65887" y="233611"/>
                    </a:lnTo>
                    <a:cubicBezTo>
                      <a:pt x="71661" y="235895"/>
                      <a:pt x="77743" y="237309"/>
                      <a:pt x="83932" y="237808"/>
                    </a:cubicBezTo>
                    <a:cubicBezTo>
                      <a:pt x="237808" y="237808"/>
                      <a:pt x="279774" y="0"/>
                      <a:pt x="279774" y="0"/>
                    </a:cubicBezTo>
                    <a:cubicBezTo>
                      <a:pt x="265785" y="27977"/>
                      <a:pt x="167865" y="31475"/>
                      <a:pt x="97921" y="45463"/>
                    </a:cubicBezTo>
                    <a:cubicBezTo>
                      <a:pt x="27977" y="59452"/>
                      <a:pt x="0" y="118904"/>
                      <a:pt x="0" y="146881"/>
                    </a:cubicBezTo>
                    <a:cubicBezTo>
                      <a:pt x="1934" y="166649"/>
                      <a:pt x="10572" y="185160"/>
                      <a:pt x="24480" y="199339"/>
                    </a:cubicBezTo>
                    <a:cubicBezTo>
                      <a:pt x="69944" y="69944"/>
                      <a:pt x="209831" y="69944"/>
                      <a:pt x="209831" y="69944"/>
                    </a:cubicBez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138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E768679-CBB9-BD24-9DC7-FAA421524C5A}"/>
                </a:ext>
              </a:extLst>
            </p:cNvPr>
            <p:cNvGrpSpPr/>
            <p:nvPr/>
          </p:nvGrpSpPr>
          <p:grpSpPr>
            <a:xfrm>
              <a:off x="8061086" y="1386835"/>
              <a:ext cx="1278908" cy="266366"/>
              <a:chOff x="7453312" y="1297856"/>
              <a:chExt cx="1278908" cy="266366"/>
            </a:xfrm>
          </p:grpSpPr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1CC254F-FF0E-11FD-C3A7-6E382DA7C02A}"/>
                  </a:ext>
                </a:extLst>
              </p:cNvPr>
              <p:cNvSpPr txBox="1"/>
              <p:nvPr/>
            </p:nvSpPr>
            <p:spPr>
              <a:xfrm>
                <a:off x="7864840" y="1297856"/>
                <a:ext cx="86738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Automotive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264" name="Graphic 260">
                <a:extLst>
                  <a:ext uri="{FF2B5EF4-FFF2-40B4-BE49-F238E27FC236}">
                    <a16:creationId xmlns:a16="http://schemas.microsoft.com/office/drawing/2014/main" id="{4441A038-6EC2-547E-FAE5-B78E34D6877D}"/>
                  </a:ext>
                </a:extLst>
              </p:cNvPr>
              <p:cNvSpPr/>
              <p:nvPr/>
            </p:nvSpPr>
            <p:spPr>
              <a:xfrm>
                <a:off x="7453312" y="1308488"/>
                <a:ext cx="304301" cy="255734"/>
              </a:xfrm>
              <a:custGeom>
                <a:avLst/>
                <a:gdLst>
                  <a:gd name="csX0" fmla="*/ 292116 w 304301"/>
                  <a:gd name="csY0" fmla="*/ 104117 h 255734"/>
                  <a:gd name="csX1" fmla="*/ 292116 w 304301"/>
                  <a:gd name="csY1" fmla="*/ 255735 h 255734"/>
                  <a:gd name="csX2" fmla="*/ 256676 w 304301"/>
                  <a:gd name="csY2" fmla="*/ 255735 h 255734"/>
                  <a:gd name="csX3" fmla="*/ 256676 w 304301"/>
                  <a:gd name="csY3" fmla="*/ 232306 h 255734"/>
                  <a:gd name="csX4" fmla="*/ 47650 w 304301"/>
                  <a:gd name="csY4" fmla="*/ 232306 h 255734"/>
                  <a:gd name="csX5" fmla="*/ 47650 w 304301"/>
                  <a:gd name="csY5" fmla="*/ 255735 h 255734"/>
                  <a:gd name="csX6" fmla="*/ 12210 w 304301"/>
                  <a:gd name="csY6" fmla="*/ 255735 h 255734"/>
                  <a:gd name="csX7" fmla="*/ 12210 w 304301"/>
                  <a:gd name="csY7" fmla="*/ 104117 h 255734"/>
                  <a:gd name="csX8" fmla="*/ 0 w 304301"/>
                  <a:gd name="csY8" fmla="*/ 104117 h 255734"/>
                  <a:gd name="csX9" fmla="*/ 0 w 304301"/>
                  <a:gd name="csY9" fmla="*/ 80812 h 255734"/>
                  <a:gd name="csX10" fmla="*/ 29818 w 304301"/>
                  <a:gd name="csY10" fmla="*/ 80812 h 255734"/>
                  <a:gd name="csX11" fmla="*/ 46436 w 304301"/>
                  <a:gd name="csY11" fmla="*/ 29100 h 255734"/>
                  <a:gd name="csX12" fmla="*/ 75512 w 304301"/>
                  <a:gd name="csY12" fmla="*/ 0 h 255734"/>
                  <a:gd name="csX13" fmla="*/ 234981 w 304301"/>
                  <a:gd name="csY13" fmla="*/ 0 h 255734"/>
                  <a:gd name="csX14" fmla="*/ 264056 w 304301"/>
                  <a:gd name="csY14" fmla="*/ 29075 h 255734"/>
                  <a:gd name="csX15" fmla="*/ 276910 w 304301"/>
                  <a:gd name="csY15" fmla="*/ 80787 h 255734"/>
                  <a:gd name="csX16" fmla="*/ 304301 w 304301"/>
                  <a:gd name="csY16" fmla="*/ 80787 h 255734"/>
                  <a:gd name="csX17" fmla="*/ 304301 w 304301"/>
                  <a:gd name="csY17" fmla="*/ 104092 h 255734"/>
                  <a:gd name="csX18" fmla="*/ 292116 w 304301"/>
                  <a:gd name="csY18" fmla="*/ 104092 h 255734"/>
                  <a:gd name="csX19" fmla="*/ 292116 w 304301"/>
                  <a:gd name="csY19" fmla="*/ 104117 h 255734"/>
                  <a:gd name="csX20" fmla="*/ 292116 w 304301"/>
                  <a:gd name="csY20" fmla="*/ 104117 h 255734"/>
                  <a:gd name="csX21" fmla="*/ 99089 w 304301"/>
                  <a:gd name="csY21" fmla="*/ 185523 h 255734"/>
                  <a:gd name="csX22" fmla="*/ 203775 w 304301"/>
                  <a:gd name="csY22" fmla="*/ 185523 h 255734"/>
                  <a:gd name="csX23" fmla="*/ 203775 w 304301"/>
                  <a:gd name="csY23" fmla="*/ 210215 h 255734"/>
                  <a:gd name="csX24" fmla="*/ 99089 w 304301"/>
                  <a:gd name="csY24" fmla="*/ 210215 h 255734"/>
                  <a:gd name="csX25" fmla="*/ 99089 w 304301"/>
                  <a:gd name="csY25" fmla="*/ 185523 h 255734"/>
                  <a:gd name="csX26" fmla="*/ 99089 w 304301"/>
                  <a:gd name="csY26" fmla="*/ 185523 h 255734"/>
                  <a:gd name="csX27" fmla="*/ 99089 w 304301"/>
                  <a:gd name="csY27" fmla="*/ 185523 h 255734"/>
                  <a:gd name="csX28" fmla="*/ 24073 w 304301"/>
                  <a:gd name="csY28" fmla="*/ 128016 h 255734"/>
                  <a:gd name="csX29" fmla="*/ 71252 w 304301"/>
                  <a:gd name="csY29" fmla="*/ 163333 h 255734"/>
                  <a:gd name="csX30" fmla="*/ 24073 w 304301"/>
                  <a:gd name="csY30" fmla="*/ 163333 h 255734"/>
                  <a:gd name="csX31" fmla="*/ 24073 w 304301"/>
                  <a:gd name="csY31" fmla="*/ 128016 h 255734"/>
                  <a:gd name="csX32" fmla="*/ 24073 w 304301"/>
                  <a:gd name="csY32" fmla="*/ 128016 h 255734"/>
                  <a:gd name="csX33" fmla="*/ 276885 w 304301"/>
                  <a:gd name="csY33" fmla="*/ 128016 h 255734"/>
                  <a:gd name="csX34" fmla="*/ 229706 w 304301"/>
                  <a:gd name="csY34" fmla="*/ 163333 h 255734"/>
                  <a:gd name="csX35" fmla="*/ 276885 w 304301"/>
                  <a:gd name="csY35" fmla="*/ 163333 h 255734"/>
                  <a:gd name="csX36" fmla="*/ 276885 w 304301"/>
                  <a:gd name="csY36" fmla="*/ 128016 h 255734"/>
                  <a:gd name="csX37" fmla="*/ 276885 w 304301"/>
                  <a:gd name="csY37" fmla="*/ 128016 h 255734"/>
                  <a:gd name="csX38" fmla="*/ 42548 w 304301"/>
                  <a:gd name="csY38" fmla="*/ 80787 h 255734"/>
                  <a:gd name="csX39" fmla="*/ 261778 w 304301"/>
                  <a:gd name="csY39" fmla="*/ 80787 h 255734"/>
                  <a:gd name="csX40" fmla="*/ 252391 w 304301"/>
                  <a:gd name="csY40" fmla="*/ 37422 h 255734"/>
                  <a:gd name="csX41" fmla="*/ 230226 w 304301"/>
                  <a:gd name="csY41" fmla="*/ 15256 h 255734"/>
                  <a:gd name="csX42" fmla="*/ 78608 w 304301"/>
                  <a:gd name="csY42" fmla="*/ 15256 h 255734"/>
                  <a:gd name="csX43" fmla="*/ 56442 w 304301"/>
                  <a:gd name="csY43" fmla="*/ 37422 h 255734"/>
                  <a:gd name="csX44" fmla="*/ 42548 w 304301"/>
                  <a:gd name="csY44" fmla="*/ 80787 h 255734"/>
                  <a:gd name="csX45" fmla="*/ 42548 w 304301"/>
                  <a:gd name="csY45" fmla="*/ 80787 h 255734"/>
                  <a:gd name="csX46" fmla="*/ 42548 w 304301"/>
                  <a:gd name="csY46" fmla="*/ 80787 h 255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</a:cxnLst>
                <a:rect l="l" t="t" r="r" b="b"/>
                <a:pathLst>
                  <a:path w="304301" h="255734">
                    <a:moveTo>
                      <a:pt x="292116" y="104117"/>
                    </a:moveTo>
                    <a:lnTo>
                      <a:pt x="292116" y="255735"/>
                    </a:lnTo>
                    <a:lnTo>
                      <a:pt x="256676" y="255735"/>
                    </a:lnTo>
                    <a:lnTo>
                      <a:pt x="256676" y="232306"/>
                    </a:lnTo>
                    <a:lnTo>
                      <a:pt x="47650" y="232306"/>
                    </a:lnTo>
                    <a:lnTo>
                      <a:pt x="47650" y="255735"/>
                    </a:lnTo>
                    <a:lnTo>
                      <a:pt x="12210" y="255735"/>
                    </a:lnTo>
                    <a:lnTo>
                      <a:pt x="12210" y="104117"/>
                    </a:lnTo>
                    <a:lnTo>
                      <a:pt x="0" y="104117"/>
                    </a:lnTo>
                    <a:lnTo>
                      <a:pt x="0" y="80812"/>
                    </a:lnTo>
                    <a:lnTo>
                      <a:pt x="29818" y="80812"/>
                    </a:lnTo>
                    <a:lnTo>
                      <a:pt x="46436" y="29100"/>
                    </a:lnTo>
                    <a:cubicBezTo>
                      <a:pt x="51340" y="13844"/>
                      <a:pt x="59513" y="0"/>
                      <a:pt x="75512" y="0"/>
                    </a:cubicBezTo>
                    <a:lnTo>
                      <a:pt x="234981" y="0"/>
                    </a:lnTo>
                    <a:cubicBezTo>
                      <a:pt x="250980" y="0"/>
                      <a:pt x="260193" y="13572"/>
                      <a:pt x="264056" y="29075"/>
                    </a:cubicBezTo>
                    <a:lnTo>
                      <a:pt x="276910" y="80787"/>
                    </a:lnTo>
                    <a:lnTo>
                      <a:pt x="304301" y="80787"/>
                    </a:lnTo>
                    <a:lnTo>
                      <a:pt x="304301" y="104092"/>
                    </a:lnTo>
                    <a:lnTo>
                      <a:pt x="292116" y="104092"/>
                    </a:lnTo>
                    <a:lnTo>
                      <a:pt x="292116" y="104117"/>
                    </a:lnTo>
                    <a:lnTo>
                      <a:pt x="292116" y="104117"/>
                    </a:lnTo>
                    <a:close/>
                    <a:moveTo>
                      <a:pt x="99089" y="185523"/>
                    </a:moveTo>
                    <a:lnTo>
                      <a:pt x="203775" y="185523"/>
                    </a:lnTo>
                    <a:lnTo>
                      <a:pt x="203775" y="210215"/>
                    </a:lnTo>
                    <a:lnTo>
                      <a:pt x="99089" y="210215"/>
                    </a:lnTo>
                    <a:lnTo>
                      <a:pt x="99089" y="185523"/>
                    </a:lnTo>
                    <a:lnTo>
                      <a:pt x="99089" y="185523"/>
                    </a:lnTo>
                    <a:lnTo>
                      <a:pt x="99089" y="185523"/>
                    </a:lnTo>
                    <a:close/>
                    <a:moveTo>
                      <a:pt x="24073" y="128016"/>
                    </a:moveTo>
                    <a:cubicBezTo>
                      <a:pt x="50746" y="128858"/>
                      <a:pt x="67067" y="140028"/>
                      <a:pt x="71252" y="163333"/>
                    </a:cubicBezTo>
                    <a:lnTo>
                      <a:pt x="24073" y="163333"/>
                    </a:lnTo>
                    <a:lnTo>
                      <a:pt x="24073" y="128016"/>
                    </a:lnTo>
                    <a:lnTo>
                      <a:pt x="24073" y="128016"/>
                    </a:lnTo>
                    <a:close/>
                    <a:moveTo>
                      <a:pt x="276885" y="128016"/>
                    </a:moveTo>
                    <a:cubicBezTo>
                      <a:pt x="250212" y="128858"/>
                      <a:pt x="233891" y="140028"/>
                      <a:pt x="229706" y="163333"/>
                    </a:cubicBezTo>
                    <a:lnTo>
                      <a:pt x="276885" y="163333"/>
                    </a:lnTo>
                    <a:lnTo>
                      <a:pt x="276885" y="128016"/>
                    </a:lnTo>
                    <a:lnTo>
                      <a:pt x="276885" y="128016"/>
                    </a:lnTo>
                    <a:close/>
                    <a:moveTo>
                      <a:pt x="42548" y="80787"/>
                    </a:moveTo>
                    <a:lnTo>
                      <a:pt x="261778" y="80787"/>
                    </a:lnTo>
                    <a:lnTo>
                      <a:pt x="252391" y="37422"/>
                    </a:lnTo>
                    <a:cubicBezTo>
                      <a:pt x="249816" y="25534"/>
                      <a:pt x="242411" y="15256"/>
                      <a:pt x="230226" y="15256"/>
                    </a:cubicBezTo>
                    <a:lnTo>
                      <a:pt x="78608" y="15256"/>
                    </a:lnTo>
                    <a:cubicBezTo>
                      <a:pt x="66423" y="15256"/>
                      <a:pt x="60182" y="25806"/>
                      <a:pt x="56442" y="37422"/>
                    </a:cubicBezTo>
                    <a:lnTo>
                      <a:pt x="42548" y="80787"/>
                    </a:lnTo>
                    <a:lnTo>
                      <a:pt x="42548" y="80787"/>
                    </a:lnTo>
                    <a:lnTo>
                      <a:pt x="42548" y="80787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5DFC0DEA-E90A-8FDE-501D-62E4F657036B}"/>
                </a:ext>
              </a:extLst>
            </p:cNvPr>
            <p:cNvGrpSpPr/>
            <p:nvPr/>
          </p:nvGrpSpPr>
          <p:grpSpPr>
            <a:xfrm>
              <a:off x="663272" y="2019470"/>
              <a:ext cx="1208017" cy="341960"/>
              <a:chOff x="600755" y="1824686"/>
              <a:chExt cx="1208017" cy="34196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7401A2C-FB63-1313-B353-DFF4E1529B8F}"/>
                  </a:ext>
                </a:extLst>
              </p:cNvPr>
              <p:cNvSpPr txBox="1"/>
              <p:nvPr/>
            </p:nvSpPr>
            <p:spPr>
              <a:xfrm>
                <a:off x="1047746" y="1857167"/>
                <a:ext cx="76102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Chemicals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grpSp>
            <p:nvGrpSpPr>
              <p:cNvPr id="99" name="Graphic 97">
                <a:extLst>
                  <a:ext uri="{FF2B5EF4-FFF2-40B4-BE49-F238E27FC236}">
                    <a16:creationId xmlns:a16="http://schemas.microsoft.com/office/drawing/2014/main" id="{166532F9-8BAD-7358-6177-5A66F5E50C50}"/>
                  </a:ext>
                </a:extLst>
              </p:cNvPr>
              <p:cNvGrpSpPr/>
              <p:nvPr/>
            </p:nvGrpSpPr>
            <p:grpSpPr>
              <a:xfrm>
                <a:off x="600755" y="1824686"/>
                <a:ext cx="309836" cy="341960"/>
                <a:chOff x="633139" y="1846117"/>
                <a:chExt cx="287162" cy="30983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5884BC61-69C6-CAFF-3152-DC055C8FDEB6}"/>
                    </a:ext>
                  </a:extLst>
                </p:cNvPr>
                <p:cNvSpPr/>
                <p:nvPr/>
              </p:nvSpPr>
              <p:spPr>
                <a:xfrm>
                  <a:off x="633139" y="1846117"/>
                  <a:ext cx="287162" cy="309836"/>
                </a:xfrm>
                <a:custGeom>
                  <a:avLst/>
                  <a:gdLst>
                    <a:gd name="csX0" fmla="*/ 280482 w 287162"/>
                    <a:gd name="csY0" fmla="*/ 255951 h 309836"/>
                    <a:gd name="csX1" fmla="*/ 183826 w 287162"/>
                    <a:gd name="csY1" fmla="*/ 125618 h 309836"/>
                    <a:gd name="csX2" fmla="*/ 183826 w 287162"/>
                    <a:gd name="csY2" fmla="*/ 53548 h 309836"/>
                    <a:gd name="csX3" fmla="*/ 184163 w 287162"/>
                    <a:gd name="csY3" fmla="*/ 53548 h 309836"/>
                    <a:gd name="csX4" fmla="*/ 185847 w 287162"/>
                    <a:gd name="csY4" fmla="*/ 53211 h 309836"/>
                    <a:gd name="csX5" fmla="*/ 200665 w 287162"/>
                    <a:gd name="csY5" fmla="*/ 33678 h 309836"/>
                    <a:gd name="csX6" fmla="*/ 200665 w 287162"/>
                    <a:gd name="csY6" fmla="*/ 20207 h 309836"/>
                    <a:gd name="csX7" fmla="*/ 180458 w 287162"/>
                    <a:gd name="csY7" fmla="*/ 0 h 309836"/>
                    <a:gd name="csX8" fmla="*/ 106367 w 287162"/>
                    <a:gd name="csY8" fmla="*/ 0 h 309836"/>
                    <a:gd name="csX9" fmla="*/ 86161 w 287162"/>
                    <a:gd name="csY9" fmla="*/ 20207 h 309836"/>
                    <a:gd name="csX10" fmla="*/ 86161 w 287162"/>
                    <a:gd name="csY10" fmla="*/ 33678 h 309836"/>
                    <a:gd name="csX11" fmla="*/ 102999 w 287162"/>
                    <a:gd name="csY11" fmla="*/ 53548 h 309836"/>
                    <a:gd name="csX12" fmla="*/ 102999 w 287162"/>
                    <a:gd name="csY12" fmla="*/ 125618 h 309836"/>
                    <a:gd name="csX13" fmla="*/ 6681 w 287162"/>
                    <a:gd name="csY13" fmla="*/ 255951 h 309836"/>
                    <a:gd name="csX14" fmla="*/ 3650 w 287162"/>
                    <a:gd name="csY14" fmla="*/ 291313 h 309836"/>
                    <a:gd name="csX15" fmla="*/ 33623 w 287162"/>
                    <a:gd name="csY15" fmla="*/ 309836 h 309836"/>
                    <a:gd name="csX16" fmla="*/ 253539 w 287162"/>
                    <a:gd name="csY16" fmla="*/ 309836 h 309836"/>
                    <a:gd name="csX17" fmla="*/ 283513 w 287162"/>
                    <a:gd name="csY17" fmla="*/ 291313 h 309836"/>
                    <a:gd name="csX18" fmla="*/ 280482 w 287162"/>
                    <a:gd name="csY18" fmla="*/ 255951 h 309836"/>
                    <a:gd name="csX19" fmla="*/ 115123 w 287162"/>
                    <a:gd name="csY19" fmla="*/ 132017 h 309836"/>
                    <a:gd name="csX20" fmla="*/ 116471 w 287162"/>
                    <a:gd name="csY20" fmla="*/ 127976 h 309836"/>
                    <a:gd name="csX21" fmla="*/ 116471 w 287162"/>
                    <a:gd name="csY21" fmla="*/ 53885 h 309836"/>
                    <a:gd name="csX22" fmla="*/ 124890 w 287162"/>
                    <a:gd name="csY22" fmla="*/ 53885 h 309836"/>
                    <a:gd name="csX23" fmla="*/ 131626 w 287162"/>
                    <a:gd name="csY23" fmla="*/ 47149 h 309836"/>
                    <a:gd name="csX24" fmla="*/ 124890 w 287162"/>
                    <a:gd name="csY24" fmla="*/ 40413 h 309836"/>
                    <a:gd name="csX25" fmla="*/ 106367 w 287162"/>
                    <a:gd name="csY25" fmla="*/ 40413 h 309836"/>
                    <a:gd name="csX26" fmla="*/ 99632 w 287162"/>
                    <a:gd name="csY26" fmla="*/ 33678 h 309836"/>
                    <a:gd name="csX27" fmla="*/ 99632 w 287162"/>
                    <a:gd name="csY27" fmla="*/ 20207 h 309836"/>
                    <a:gd name="csX28" fmla="*/ 106367 w 287162"/>
                    <a:gd name="csY28" fmla="*/ 13471 h 309836"/>
                    <a:gd name="csX29" fmla="*/ 180458 w 287162"/>
                    <a:gd name="csY29" fmla="*/ 13471 h 309836"/>
                    <a:gd name="csX30" fmla="*/ 187194 w 287162"/>
                    <a:gd name="csY30" fmla="*/ 20207 h 309836"/>
                    <a:gd name="csX31" fmla="*/ 187194 w 287162"/>
                    <a:gd name="csY31" fmla="*/ 33678 h 309836"/>
                    <a:gd name="csX32" fmla="*/ 182479 w 287162"/>
                    <a:gd name="csY32" fmla="*/ 40077 h 309836"/>
                    <a:gd name="csX33" fmla="*/ 176754 w 287162"/>
                    <a:gd name="csY33" fmla="*/ 40413 h 309836"/>
                    <a:gd name="csX34" fmla="*/ 170355 w 287162"/>
                    <a:gd name="csY34" fmla="*/ 47149 h 309836"/>
                    <a:gd name="csX35" fmla="*/ 170355 w 287162"/>
                    <a:gd name="csY35" fmla="*/ 127976 h 309836"/>
                    <a:gd name="csX36" fmla="*/ 171702 w 287162"/>
                    <a:gd name="csY36" fmla="*/ 132017 h 309836"/>
                    <a:gd name="csX37" fmla="*/ 222219 w 287162"/>
                    <a:gd name="csY37" fmla="*/ 200046 h 309836"/>
                    <a:gd name="csX38" fmla="*/ 202686 w 287162"/>
                    <a:gd name="csY38" fmla="*/ 195668 h 309836"/>
                    <a:gd name="csX39" fmla="*/ 164967 w 287162"/>
                    <a:gd name="csY39" fmla="*/ 184218 h 309836"/>
                    <a:gd name="csX40" fmla="*/ 75720 w 287162"/>
                    <a:gd name="csY40" fmla="*/ 185565 h 309836"/>
                    <a:gd name="csX41" fmla="*/ 75384 w 287162"/>
                    <a:gd name="csY41" fmla="*/ 185565 h 309836"/>
                    <a:gd name="csX42" fmla="*/ 115123 w 287162"/>
                    <a:gd name="csY42" fmla="*/ 132017 h 309836"/>
                    <a:gd name="csX43" fmla="*/ 271389 w 287162"/>
                    <a:gd name="csY43" fmla="*/ 285251 h 309836"/>
                    <a:gd name="csX44" fmla="*/ 253539 w 287162"/>
                    <a:gd name="csY44" fmla="*/ 296365 h 309836"/>
                    <a:gd name="csX45" fmla="*/ 33623 w 287162"/>
                    <a:gd name="csY45" fmla="*/ 296365 h 309836"/>
                    <a:gd name="csX46" fmla="*/ 15774 w 287162"/>
                    <a:gd name="csY46" fmla="*/ 285251 h 309836"/>
                    <a:gd name="csX47" fmla="*/ 17458 w 287162"/>
                    <a:gd name="csY47" fmla="*/ 264034 h 309836"/>
                    <a:gd name="csX48" fmla="*/ 60902 w 287162"/>
                    <a:gd name="csY48" fmla="*/ 205098 h 309836"/>
                    <a:gd name="csX49" fmla="*/ 79762 w 287162"/>
                    <a:gd name="csY49" fmla="*/ 198699 h 309836"/>
                    <a:gd name="csX50" fmla="*/ 160925 w 287162"/>
                    <a:gd name="csY50" fmla="*/ 197352 h 309836"/>
                    <a:gd name="csX51" fmla="*/ 198644 w 287162"/>
                    <a:gd name="csY51" fmla="*/ 208803 h 309836"/>
                    <a:gd name="csX52" fmla="*/ 232996 w 287162"/>
                    <a:gd name="csY52" fmla="*/ 214528 h 309836"/>
                    <a:gd name="csX53" fmla="*/ 269705 w 287162"/>
                    <a:gd name="csY53" fmla="*/ 263697 h 309836"/>
                    <a:gd name="csX54" fmla="*/ 271389 w 287162"/>
                    <a:gd name="csY54" fmla="*/ 285251 h 3098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</a:cxnLst>
                  <a:rect l="l" t="t" r="r" b="b"/>
                  <a:pathLst>
                    <a:path w="287162" h="309836">
                      <a:moveTo>
                        <a:pt x="280482" y="255951"/>
                      </a:moveTo>
                      <a:lnTo>
                        <a:pt x="183826" y="125618"/>
                      </a:lnTo>
                      <a:lnTo>
                        <a:pt x="183826" y="53548"/>
                      </a:lnTo>
                      <a:lnTo>
                        <a:pt x="184163" y="53548"/>
                      </a:lnTo>
                      <a:cubicBezTo>
                        <a:pt x="184837" y="53548"/>
                        <a:pt x="185173" y="53548"/>
                        <a:pt x="185847" y="53211"/>
                      </a:cubicBezTo>
                      <a:cubicBezTo>
                        <a:pt x="194603" y="50517"/>
                        <a:pt x="200665" y="42771"/>
                        <a:pt x="200665" y="33678"/>
                      </a:cubicBezTo>
                      <a:lnTo>
                        <a:pt x="200665" y="20207"/>
                      </a:lnTo>
                      <a:cubicBezTo>
                        <a:pt x="200665" y="9093"/>
                        <a:pt x="191572" y="0"/>
                        <a:pt x="180458" y="0"/>
                      </a:cubicBezTo>
                      <a:lnTo>
                        <a:pt x="106367" y="0"/>
                      </a:lnTo>
                      <a:cubicBezTo>
                        <a:pt x="95254" y="0"/>
                        <a:pt x="86161" y="9093"/>
                        <a:pt x="86161" y="20207"/>
                      </a:cubicBezTo>
                      <a:lnTo>
                        <a:pt x="86161" y="33678"/>
                      </a:lnTo>
                      <a:cubicBezTo>
                        <a:pt x="86161" y="43781"/>
                        <a:pt x="93570" y="51864"/>
                        <a:pt x="102999" y="53548"/>
                      </a:cubicBezTo>
                      <a:lnTo>
                        <a:pt x="102999" y="125618"/>
                      </a:lnTo>
                      <a:lnTo>
                        <a:pt x="6681" y="255951"/>
                      </a:lnTo>
                      <a:cubicBezTo>
                        <a:pt x="-1065" y="266392"/>
                        <a:pt x="-2075" y="279863"/>
                        <a:pt x="3650" y="291313"/>
                      </a:cubicBezTo>
                      <a:cubicBezTo>
                        <a:pt x="9375" y="302764"/>
                        <a:pt x="20826" y="309836"/>
                        <a:pt x="33623" y="309836"/>
                      </a:cubicBezTo>
                      <a:lnTo>
                        <a:pt x="253539" y="309836"/>
                      </a:lnTo>
                      <a:cubicBezTo>
                        <a:pt x="266337" y="309836"/>
                        <a:pt x="277787" y="302764"/>
                        <a:pt x="283513" y="291313"/>
                      </a:cubicBezTo>
                      <a:cubicBezTo>
                        <a:pt x="289238" y="279863"/>
                        <a:pt x="288227" y="266392"/>
                        <a:pt x="280482" y="255951"/>
                      </a:cubicBezTo>
                      <a:close/>
                      <a:moveTo>
                        <a:pt x="115123" y="132017"/>
                      </a:moveTo>
                      <a:cubicBezTo>
                        <a:pt x="116134" y="131007"/>
                        <a:pt x="116471" y="129323"/>
                        <a:pt x="116471" y="127976"/>
                      </a:cubicBezTo>
                      <a:lnTo>
                        <a:pt x="116471" y="53885"/>
                      </a:lnTo>
                      <a:lnTo>
                        <a:pt x="124890" y="53885"/>
                      </a:lnTo>
                      <a:cubicBezTo>
                        <a:pt x="128595" y="53885"/>
                        <a:pt x="131626" y="50854"/>
                        <a:pt x="131626" y="47149"/>
                      </a:cubicBezTo>
                      <a:cubicBezTo>
                        <a:pt x="131626" y="43444"/>
                        <a:pt x="128595" y="40413"/>
                        <a:pt x="124890" y="40413"/>
                      </a:cubicBezTo>
                      <a:lnTo>
                        <a:pt x="106367" y="40413"/>
                      </a:lnTo>
                      <a:cubicBezTo>
                        <a:pt x="102663" y="40413"/>
                        <a:pt x="99632" y="37382"/>
                        <a:pt x="99632" y="33678"/>
                      </a:cubicBezTo>
                      <a:lnTo>
                        <a:pt x="99632" y="20207"/>
                      </a:lnTo>
                      <a:cubicBezTo>
                        <a:pt x="99632" y="16502"/>
                        <a:pt x="102663" y="13471"/>
                        <a:pt x="106367" y="13471"/>
                      </a:cubicBezTo>
                      <a:lnTo>
                        <a:pt x="180458" y="13471"/>
                      </a:lnTo>
                      <a:cubicBezTo>
                        <a:pt x="184163" y="13471"/>
                        <a:pt x="187194" y="16502"/>
                        <a:pt x="187194" y="20207"/>
                      </a:cubicBezTo>
                      <a:lnTo>
                        <a:pt x="187194" y="33678"/>
                      </a:lnTo>
                      <a:cubicBezTo>
                        <a:pt x="187194" y="37046"/>
                        <a:pt x="184837" y="39403"/>
                        <a:pt x="182479" y="40077"/>
                      </a:cubicBezTo>
                      <a:lnTo>
                        <a:pt x="176754" y="40413"/>
                      </a:lnTo>
                      <a:cubicBezTo>
                        <a:pt x="173049" y="40750"/>
                        <a:pt x="170355" y="43444"/>
                        <a:pt x="170355" y="47149"/>
                      </a:cubicBezTo>
                      <a:lnTo>
                        <a:pt x="170355" y="127976"/>
                      </a:lnTo>
                      <a:cubicBezTo>
                        <a:pt x="170355" y="129323"/>
                        <a:pt x="170692" y="130670"/>
                        <a:pt x="171702" y="132017"/>
                      </a:cubicBezTo>
                      <a:lnTo>
                        <a:pt x="222219" y="200046"/>
                      </a:lnTo>
                      <a:cubicBezTo>
                        <a:pt x="215820" y="199036"/>
                        <a:pt x="209085" y="197689"/>
                        <a:pt x="202686" y="195668"/>
                      </a:cubicBezTo>
                      <a:lnTo>
                        <a:pt x="164967" y="184218"/>
                      </a:lnTo>
                      <a:cubicBezTo>
                        <a:pt x="136677" y="175798"/>
                        <a:pt x="103336" y="176135"/>
                        <a:pt x="75720" y="185565"/>
                      </a:cubicBezTo>
                      <a:lnTo>
                        <a:pt x="75384" y="185565"/>
                      </a:lnTo>
                      <a:lnTo>
                        <a:pt x="115123" y="132017"/>
                      </a:lnTo>
                      <a:close/>
                      <a:moveTo>
                        <a:pt x="271389" y="285251"/>
                      </a:moveTo>
                      <a:cubicBezTo>
                        <a:pt x="268021" y="292324"/>
                        <a:pt x="261285" y="296365"/>
                        <a:pt x="253539" y="296365"/>
                      </a:cubicBezTo>
                      <a:lnTo>
                        <a:pt x="33623" y="296365"/>
                      </a:lnTo>
                      <a:cubicBezTo>
                        <a:pt x="25877" y="296365"/>
                        <a:pt x="19142" y="292324"/>
                        <a:pt x="15774" y="285251"/>
                      </a:cubicBezTo>
                      <a:cubicBezTo>
                        <a:pt x="12069" y="278179"/>
                        <a:pt x="12743" y="270096"/>
                        <a:pt x="17458" y="264034"/>
                      </a:cubicBezTo>
                      <a:lnTo>
                        <a:pt x="60902" y="205098"/>
                      </a:lnTo>
                      <a:lnTo>
                        <a:pt x="79762" y="198699"/>
                      </a:lnTo>
                      <a:cubicBezTo>
                        <a:pt x="105020" y="190280"/>
                        <a:pt x="135330" y="189606"/>
                        <a:pt x="160925" y="197352"/>
                      </a:cubicBezTo>
                      <a:lnTo>
                        <a:pt x="198644" y="208803"/>
                      </a:lnTo>
                      <a:cubicBezTo>
                        <a:pt x="210095" y="212170"/>
                        <a:pt x="221882" y="214191"/>
                        <a:pt x="232996" y="214528"/>
                      </a:cubicBezTo>
                      <a:lnTo>
                        <a:pt x="269705" y="263697"/>
                      </a:lnTo>
                      <a:cubicBezTo>
                        <a:pt x="274420" y="270433"/>
                        <a:pt x="275093" y="278179"/>
                        <a:pt x="271389" y="28525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A19C502E-1CB3-A2CB-6C01-7DA2CD13DF27}"/>
                    </a:ext>
                  </a:extLst>
                </p:cNvPr>
                <p:cNvSpPr/>
                <p:nvPr/>
              </p:nvSpPr>
              <p:spPr>
                <a:xfrm>
                  <a:off x="774868" y="1886530"/>
                  <a:ext cx="23574" cy="13471"/>
                </a:xfrm>
                <a:custGeom>
                  <a:avLst/>
                  <a:gdLst>
                    <a:gd name="csX0" fmla="*/ 6736 w 23574"/>
                    <a:gd name="csY0" fmla="*/ 13471 h 13471"/>
                    <a:gd name="csX1" fmla="*/ 16839 w 23574"/>
                    <a:gd name="csY1" fmla="*/ 13471 h 13471"/>
                    <a:gd name="csX2" fmla="*/ 23574 w 23574"/>
                    <a:gd name="csY2" fmla="*/ 6736 h 13471"/>
                    <a:gd name="csX3" fmla="*/ 16839 w 23574"/>
                    <a:gd name="csY3" fmla="*/ 0 h 13471"/>
                    <a:gd name="csX4" fmla="*/ 6736 w 23574"/>
                    <a:gd name="csY4" fmla="*/ 0 h 13471"/>
                    <a:gd name="csX5" fmla="*/ 0 w 23574"/>
                    <a:gd name="csY5" fmla="*/ 6736 h 13471"/>
                    <a:gd name="csX6" fmla="*/ 6736 w 23574"/>
                    <a:gd name="csY6" fmla="*/ 13471 h 134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3574" h="13471">
                      <a:moveTo>
                        <a:pt x="6736" y="13471"/>
                      </a:moveTo>
                      <a:lnTo>
                        <a:pt x="16839" y="13471"/>
                      </a:lnTo>
                      <a:cubicBezTo>
                        <a:pt x="20543" y="13471"/>
                        <a:pt x="23574" y="10440"/>
                        <a:pt x="23574" y="6736"/>
                      </a:cubicBezTo>
                      <a:cubicBezTo>
                        <a:pt x="23574" y="3031"/>
                        <a:pt x="20543" y="0"/>
                        <a:pt x="16839" y="0"/>
                      </a:cubicBezTo>
                      <a:lnTo>
                        <a:pt x="6736" y="0"/>
                      </a:lnTo>
                      <a:cubicBezTo>
                        <a:pt x="3031" y="0"/>
                        <a:pt x="0" y="3031"/>
                        <a:pt x="0" y="6736"/>
                      </a:cubicBezTo>
                      <a:cubicBezTo>
                        <a:pt x="0" y="10440"/>
                        <a:pt x="3031" y="13471"/>
                        <a:pt x="6736" y="1347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D0ED282C-D3BF-4C3D-4D9E-D820F085A2BC}"/>
                </a:ext>
              </a:extLst>
            </p:cNvPr>
            <p:cNvGrpSpPr/>
            <p:nvPr/>
          </p:nvGrpSpPr>
          <p:grpSpPr>
            <a:xfrm>
              <a:off x="4164897" y="2051951"/>
              <a:ext cx="1784703" cy="273886"/>
              <a:chOff x="4003904" y="1922357"/>
              <a:chExt cx="1784703" cy="273886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BA7BB2F-4C30-5EFC-0EAF-05F648587024}"/>
                  </a:ext>
                </a:extLst>
              </p:cNvPr>
              <p:cNvSpPr txBox="1"/>
              <p:nvPr/>
            </p:nvSpPr>
            <p:spPr>
              <a:xfrm>
                <a:off x="4431564" y="1922357"/>
                <a:ext cx="135704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Consumer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74" name="Graphic 172">
                <a:extLst>
                  <a:ext uri="{FF2B5EF4-FFF2-40B4-BE49-F238E27FC236}">
                    <a16:creationId xmlns:a16="http://schemas.microsoft.com/office/drawing/2014/main" id="{A1E58FF1-746D-5020-B7C8-C96DA082627E}"/>
                  </a:ext>
                </a:extLst>
              </p:cNvPr>
              <p:cNvSpPr/>
              <p:nvPr/>
            </p:nvSpPr>
            <p:spPr>
              <a:xfrm>
                <a:off x="4003904" y="1925469"/>
                <a:ext cx="304622" cy="270774"/>
              </a:xfrm>
              <a:custGeom>
                <a:avLst/>
                <a:gdLst>
                  <a:gd name="csX0" fmla="*/ 242222 w 256470"/>
                  <a:gd name="csY0" fmla="*/ 85490 h 227973"/>
                  <a:gd name="csX1" fmla="*/ 221056 w 256470"/>
                  <a:gd name="csY1" fmla="*/ 191321 h 227973"/>
                  <a:gd name="csX2" fmla="*/ 213731 w 256470"/>
                  <a:gd name="csY2" fmla="*/ 215788 h 227973"/>
                  <a:gd name="csX3" fmla="*/ 201775 w 256470"/>
                  <a:gd name="csY3" fmla="*/ 225588 h 227973"/>
                  <a:gd name="csX4" fmla="*/ 176346 w 256470"/>
                  <a:gd name="csY4" fmla="*/ 227973 h 227973"/>
                  <a:gd name="csX5" fmla="*/ 80124 w 256470"/>
                  <a:gd name="csY5" fmla="*/ 227973 h 227973"/>
                  <a:gd name="csX6" fmla="*/ 54695 w 256470"/>
                  <a:gd name="csY6" fmla="*/ 225588 h 227973"/>
                  <a:gd name="csX7" fmla="*/ 42740 w 256470"/>
                  <a:gd name="csY7" fmla="*/ 215788 h 227973"/>
                  <a:gd name="csX8" fmla="*/ 35414 w 256470"/>
                  <a:gd name="csY8" fmla="*/ 191321 h 227973"/>
                  <a:gd name="csX9" fmla="*/ 14248 w 256470"/>
                  <a:gd name="csY9" fmla="*/ 85490 h 227973"/>
                  <a:gd name="csX10" fmla="*/ 0 w 256470"/>
                  <a:gd name="csY10" fmla="*/ 85490 h 227973"/>
                  <a:gd name="csX11" fmla="*/ 256470 w 256470"/>
                  <a:gd name="csY11" fmla="*/ 85490 h 227973"/>
                  <a:gd name="csX12" fmla="*/ 71242 w 256470"/>
                  <a:gd name="csY12" fmla="*/ 128235 h 227973"/>
                  <a:gd name="csX13" fmla="*/ 71242 w 256470"/>
                  <a:gd name="csY13" fmla="*/ 128377 h 227973"/>
                  <a:gd name="csX14" fmla="*/ 185228 w 256470"/>
                  <a:gd name="csY14" fmla="*/ 128235 h 227973"/>
                  <a:gd name="csX15" fmla="*/ 185228 w 256470"/>
                  <a:gd name="csY15" fmla="*/ 128377 h 227973"/>
                  <a:gd name="csX16" fmla="*/ 42745 w 256470"/>
                  <a:gd name="csY16" fmla="*/ 85490 h 227973"/>
                  <a:gd name="csX17" fmla="*/ 85490 w 256470"/>
                  <a:gd name="csY17" fmla="*/ 0 h 227973"/>
                  <a:gd name="csX18" fmla="*/ 213725 w 256470"/>
                  <a:gd name="csY18" fmla="*/ 85490 h 227973"/>
                  <a:gd name="csX19" fmla="*/ 170980 w 256470"/>
                  <a:gd name="csY19" fmla="*/ 0 h 2279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256470" h="227973">
                    <a:moveTo>
                      <a:pt x="242222" y="85490"/>
                    </a:moveTo>
                    <a:lnTo>
                      <a:pt x="221056" y="191321"/>
                    </a:lnTo>
                    <a:cubicBezTo>
                      <a:pt x="218444" y="204377"/>
                      <a:pt x="217139" y="210905"/>
                      <a:pt x="213731" y="215788"/>
                    </a:cubicBezTo>
                    <a:cubicBezTo>
                      <a:pt x="210724" y="220094"/>
                      <a:pt x="206587" y="223485"/>
                      <a:pt x="201775" y="225588"/>
                    </a:cubicBezTo>
                    <a:cubicBezTo>
                      <a:pt x="196318" y="227973"/>
                      <a:pt x="189661" y="227973"/>
                      <a:pt x="176346" y="227973"/>
                    </a:cubicBezTo>
                    <a:lnTo>
                      <a:pt x="80124" y="227973"/>
                    </a:lnTo>
                    <a:cubicBezTo>
                      <a:pt x="66809" y="227973"/>
                      <a:pt x="60152" y="227973"/>
                      <a:pt x="54695" y="225588"/>
                    </a:cubicBezTo>
                    <a:cubicBezTo>
                      <a:pt x="49883" y="223485"/>
                      <a:pt x="45746" y="220094"/>
                      <a:pt x="42740" y="215788"/>
                    </a:cubicBezTo>
                    <a:cubicBezTo>
                      <a:pt x="39331" y="210905"/>
                      <a:pt x="38026" y="204377"/>
                      <a:pt x="35414" y="191321"/>
                    </a:cubicBezTo>
                    <a:lnTo>
                      <a:pt x="14248" y="85490"/>
                    </a:lnTo>
                    <a:moveTo>
                      <a:pt x="0" y="85490"/>
                    </a:moveTo>
                    <a:lnTo>
                      <a:pt x="256470" y="85490"/>
                    </a:lnTo>
                    <a:moveTo>
                      <a:pt x="71242" y="128235"/>
                    </a:moveTo>
                    <a:lnTo>
                      <a:pt x="71242" y="128377"/>
                    </a:lnTo>
                    <a:moveTo>
                      <a:pt x="185228" y="128235"/>
                    </a:moveTo>
                    <a:lnTo>
                      <a:pt x="185228" y="128377"/>
                    </a:lnTo>
                    <a:moveTo>
                      <a:pt x="42745" y="85490"/>
                    </a:moveTo>
                    <a:lnTo>
                      <a:pt x="85490" y="0"/>
                    </a:lnTo>
                    <a:moveTo>
                      <a:pt x="213725" y="85490"/>
                    </a:moveTo>
                    <a:lnTo>
                      <a:pt x="170980" y="0"/>
                    </a:lnTo>
                  </a:path>
                </a:pathLst>
              </a:custGeom>
              <a:noFill/>
              <a:ln w="27781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C48F730E-C732-AB75-2826-D1A5A93CEE4B}"/>
                </a:ext>
              </a:extLst>
            </p:cNvPr>
            <p:cNvGrpSpPr/>
            <p:nvPr/>
          </p:nvGrpSpPr>
          <p:grpSpPr>
            <a:xfrm>
              <a:off x="8060766" y="2020758"/>
              <a:ext cx="2306432" cy="339384"/>
              <a:chOff x="7452992" y="1802156"/>
              <a:chExt cx="2306432" cy="339384"/>
            </a:xfrm>
          </p:grpSpPr>
          <p:sp>
            <p:nvSpPr>
              <p:cNvPr id="269" name="Graphic 267">
                <a:extLst>
                  <a:ext uri="{FF2B5EF4-FFF2-40B4-BE49-F238E27FC236}">
                    <a16:creationId xmlns:a16="http://schemas.microsoft.com/office/drawing/2014/main" id="{3F3231A6-3869-9A25-A21A-2DCFEEB1D46E}"/>
                  </a:ext>
                </a:extLst>
              </p:cNvPr>
              <p:cNvSpPr/>
              <p:nvPr/>
            </p:nvSpPr>
            <p:spPr>
              <a:xfrm>
                <a:off x="7452992" y="1802156"/>
                <a:ext cx="304301" cy="339384"/>
              </a:xfrm>
              <a:custGeom>
                <a:avLst/>
                <a:gdLst>
                  <a:gd name="csX0" fmla="*/ 835752 w 1049421"/>
                  <a:gd name="csY0" fmla="*/ 690492 h 1170408"/>
                  <a:gd name="csX1" fmla="*/ 834324 w 1049421"/>
                  <a:gd name="csY1" fmla="*/ 695159 h 1170408"/>
                  <a:gd name="csX2" fmla="*/ 833085 w 1049421"/>
                  <a:gd name="csY2" fmla="*/ 707351 h 1170408"/>
                  <a:gd name="csX3" fmla="*/ 833181 w 1049421"/>
                  <a:gd name="csY3" fmla="*/ 708684 h 1170408"/>
                  <a:gd name="csX4" fmla="*/ 833181 w 1049421"/>
                  <a:gd name="csY4" fmla="*/ 1005388 h 1170408"/>
                  <a:gd name="csX5" fmla="*/ 847087 w 1049421"/>
                  <a:gd name="csY5" fmla="*/ 1026057 h 1170408"/>
                  <a:gd name="csX6" fmla="*/ 866232 w 1049421"/>
                  <a:gd name="csY6" fmla="*/ 1031772 h 1170408"/>
                  <a:gd name="csX7" fmla="*/ 867852 w 1049421"/>
                  <a:gd name="csY7" fmla="*/ 1031677 h 1170408"/>
                  <a:gd name="csX8" fmla="*/ 952910 w 1049421"/>
                  <a:gd name="csY8" fmla="*/ 1031677 h 1170408"/>
                  <a:gd name="csX9" fmla="*/ 952910 w 1049421"/>
                  <a:gd name="csY9" fmla="*/ 1031677 h 1170408"/>
                  <a:gd name="csX10" fmla="*/ 953577 w 1049421"/>
                  <a:gd name="csY10" fmla="*/ 1031677 h 1170408"/>
                  <a:gd name="csX11" fmla="*/ 982818 w 1049421"/>
                  <a:gd name="csY11" fmla="*/ 1021390 h 1170408"/>
                  <a:gd name="csX12" fmla="*/ 995677 w 1049421"/>
                  <a:gd name="csY12" fmla="*/ 981576 h 1170408"/>
                  <a:gd name="csX13" fmla="*/ 995677 w 1049421"/>
                  <a:gd name="csY13" fmla="*/ 981576 h 1170408"/>
                  <a:gd name="csX14" fmla="*/ 995677 w 1049421"/>
                  <a:gd name="csY14" fmla="*/ 981385 h 1170408"/>
                  <a:gd name="csX15" fmla="*/ 1021585 w 1049421"/>
                  <a:gd name="csY15" fmla="*/ 713637 h 1170408"/>
                  <a:gd name="csX16" fmla="*/ 1021680 w 1049421"/>
                  <a:gd name="csY16" fmla="*/ 712399 h 1170408"/>
                  <a:gd name="csX17" fmla="*/ 1012632 w 1049421"/>
                  <a:gd name="csY17" fmla="*/ 681538 h 1170408"/>
                  <a:gd name="csX18" fmla="*/ 971198 w 1049421"/>
                  <a:gd name="csY18" fmla="*/ 672204 h 1170408"/>
                  <a:gd name="csX19" fmla="*/ 969864 w 1049421"/>
                  <a:gd name="csY19" fmla="*/ 672299 h 1170408"/>
                  <a:gd name="csX20" fmla="*/ 874043 w 1049421"/>
                  <a:gd name="csY20" fmla="*/ 672299 h 1170408"/>
                  <a:gd name="csX21" fmla="*/ 874043 w 1049421"/>
                  <a:gd name="csY21" fmla="*/ 672204 h 1170408"/>
                  <a:gd name="csX22" fmla="*/ 842134 w 1049421"/>
                  <a:gd name="csY22" fmla="*/ 681062 h 1170408"/>
                  <a:gd name="csX23" fmla="*/ 835752 w 1049421"/>
                  <a:gd name="csY23" fmla="*/ 690492 h 1170408"/>
                  <a:gd name="csX24" fmla="*/ 835752 w 1049421"/>
                  <a:gd name="csY24" fmla="*/ 690492 h 1170408"/>
                  <a:gd name="csX25" fmla="*/ 835752 w 1049421"/>
                  <a:gd name="csY25" fmla="*/ 690492 h 1170408"/>
                  <a:gd name="csX26" fmla="*/ 473231 w 1049421"/>
                  <a:gd name="csY26" fmla="*/ 257009 h 1170408"/>
                  <a:gd name="csX27" fmla="*/ 602580 w 1049421"/>
                  <a:gd name="csY27" fmla="*/ 257009 h 1170408"/>
                  <a:gd name="csX28" fmla="*/ 611724 w 1049421"/>
                  <a:gd name="csY28" fmla="*/ 265962 h 1170408"/>
                  <a:gd name="csX29" fmla="*/ 611724 w 1049421"/>
                  <a:gd name="csY29" fmla="*/ 367118 h 1170408"/>
                  <a:gd name="csX30" fmla="*/ 602580 w 1049421"/>
                  <a:gd name="csY30" fmla="*/ 376071 h 1170408"/>
                  <a:gd name="csX31" fmla="*/ 473231 w 1049421"/>
                  <a:gd name="csY31" fmla="*/ 376071 h 1170408"/>
                  <a:gd name="csX32" fmla="*/ 464087 w 1049421"/>
                  <a:gd name="csY32" fmla="*/ 367118 h 1170408"/>
                  <a:gd name="csX33" fmla="*/ 464087 w 1049421"/>
                  <a:gd name="csY33" fmla="*/ 265962 h 1170408"/>
                  <a:gd name="csX34" fmla="*/ 473231 w 1049421"/>
                  <a:gd name="csY34" fmla="*/ 257009 h 1170408"/>
                  <a:gd name="csX35" fmla="*/ 473231 w 1049421"/>
                  <a:gd name="csY35" fmla="*/ 257009 h 1170408"/>
                  <a:gd name="csX36" fmla="*/ 593436 w 1049421"/>
                  <a:gd name="csY36" fmla="*/ 325494 h 1170408"/>
                  <a:gd name="csX37" fmla="*/ 545430 w 1049421"/>
                  <a:gd name="csY37" fmla="*/ 325494 h 1170408"/>
                  <a:gd name="csX38" fmla="*/ 545430 w 1049421"/>
                  <a:gd name="csY38" fmla="*/ 358164 h 1170408"/>
                  <a:gd name="csX39" fmla="*/ 593436 w 1049421"/>
                  <a:gd name="csY39" fmla="*/ 358164 h 1170408"/>
                  <a:gd name="csX40" fmla="*/ 593436 w 1049421"/>
                  <a:gd name="csY40" fmla="*/ 325494 h 1170408"/>
                  <a:gd name="csX41" fmla="*/ 593436 w 1049421"/>
                  <a:gd name="csY41" fmla="*/ 325494 h 1170408"/>
                  <a:gd name="csX42" fmla="*/ 527523 w 1049421"/>
                  <a:gd name="csY42" fmla="*/ 325494 h 1170408"/>
                  <a:gd name="csX43" fmla="*/ 482375 w 1049421"/>
                  <a:gd name="csY43" fmla="*/ 325494 h 1170408"/>
                  <a:gd name="csX44" fmla="*/ 482375 w 1049421"/>
                  <a:gd name="csY44" fmla="*/ 358164 h 1170408"/>
                  <a:gd name="csX45" fmla="*/ 527523 w 1049421"/>
                  <a:gd name="csY45" fmla="*/ 358164 h 1170408"/>
                  <a:gd name="csX46" fmla="*/ 527523 w 1049421"/>
                  <a:gd name="csY46" fmla="*/ 325494 h 1170408"/>
                  <a:gd name="csX47" fmla="*/ 527523 w 1049421"/>
                  <a:gd name="csY47" fmla="*/ 325494 h 1170408"/>
                  <a:gd name="csX48" fmla="*/ 482375 w 1049421"/>
                  <a:gd name="csY48" fmla="*/ 307587 h 1170408"/>
                  <a:gd name="csX49" fmla="*/ 527523 w 1049421"/>
                  <a:gd name="csY49" fmla="*/ 307587 h 1170408"/>
                  <a:gd name="csX50" fmla="*/ 527523 w 1049421"/>
                  <a:gd name="csY50" fmla="*/ 274916 h 1170408"/>
                  <a:gd name="csX51" fmla="*/ 482375 w 1049421"/>
                  <a:gd name="csY51" fmla="*/ 274916 h 1170408"/>
                  <a:gd name="csX52" fmla="*/ 482375 w 1049421"/>
                  <a:gd name="csY52" fmla="*/ 307587 h 1170408"/>
                  <a:gd name="csX53" fmla="*/ 482375 w 1049421"/>
                  <a:gd name="csY53" fmla="*/ 307587 h 1170408"/>
                  <a:gd name="csX54" fmla="*/ 545430 w 1049421"/>
                  <a:gd name="csY54" fmla="*/ 307587 h 1170408"/>
                  <a:gd name="csX55" fmla="*/ 593436 w 1049421"/>
                  <a:gd name="csY55" fmla="*/ 307587 h 1170408"/>
                  <a:gd name="csX56" fmla="*/ 593436 w 1049421"/>
                  <a:gd name="csY56" fmla="*/ 274916 h 1170408"/>
                  <a:gd name="csX57" fmla="*/ 545430 w 1049421"/>
                  <a:gd name="csY57" fmla="*/ 274916 h 1170408"/>
                  <a:gd name="csX58" fmla="*/ 545430 w 1049421"/>
                  <a:gd name="csY58" fmla="*/ 307587 h 1170408"/>
                  <a:gd name="csX59" fmla="*/ 545430 w 1049421"/>
                  <a:gd name="csY59" fmla="*/ 307587 h 1170408"/>
                  <a:gd name="csX60" fmla="*/ 225390 w 1049421"/>
                  <a:gd name="csY60" fmla="*/ 604576 h 1170408"/>
                  <a:gd name="csX61" fmla="*/ 225390 w 1049421"/>
                  <a:gd name="csY61" fmla="*/ 368737 h 1170408"/>
                  <a:gd name="csX62" fmla="*/ 185671 w 1049421"/>
                  <a:gd name="csY62" fmla="*/ 370642 h 1170408"/>
                  <a:gd name="csX63" fmla="*/ 163764 w 1049421"/>
                  <a:gd name="csY63" fmla="*/ 355307 h 1170408"/>
                  <a:gd name="csX64" fmla="*/ 153667 w 1049421"/>
                  <a:gd name="csY64" fmla="*/ 330637 h 1170408"/>
                  <a:gd name="csX65" fmla="*/ 168717 w 1049421"/>
                  <a:gd name="csY65" fmla="*/ 284536 h 1170408"/>
                  <a:gd name="csX66" fmla="*/ 168717 w 1049421"/>
                  <a:gd name="csY66" fmla="*/ 284536 h 1170408"/>
                  <a:gd name="csX67" fmla="*/ 170812 w 1049421"/>
                  <a:gd name="csY67" fmla="*/ 282441 h 1170408"/>
                  <a:gd name="csX68" fmla="*/ 528000 w 1049421"/>
                  <a:gd name="csY68" fmla="*/ 3453 h 1170408"/>
                  <a:gd name="csX69" fmla="*/ 544859 w 1049421"/>
                  <a:gd name="csY69" fmla="*/ 2787 h 1170408"/>
                  <a:gd name="csX70" fmla="*/ 902808 w 1049421"/>
                  <a:gd name="csY70" fmla="*/ 281012 h 1170408"/>
                  <a:gd name="csX71" fmla="*/ 902808 w 1049421"/>
                  <a:gd name="csY71" fmla="*/ 281012 h 1170408"/>
                  <a:gd name="csX72" fmla="*/ 904332 w 1049421"/>
                  <a:gd name="csY72" fmla="*/ 282441 h 1170408"/>
                  <a:gd name="csX73" fmla="*/ 921001 w 1049421"/>
                  <a:gd name="csY73" fmla="*/ 336828 h 1170408"/>
                  <a:gd name="csX74" fmla="*/ 909666 w 1049421"/>
                  <a:gd name="csY74" fmla="*/ 358641 h 1170408"/>
                  <a:gd name="csX75" fmla="*/ 889378 w 1049421"/>
                  <a:gd name="csY75" fmla="*/ 372357 h 1170408"/>
                  <a:gd name="csX76" fmla="*/ 846897 w 1049421"/>
                  <a:gd name="csY76" fmla="*/ 369594 h 1170408"/>
                  <a:gd name="csX77" fmla="*/ 846897 w 1049421"/>
                  <a:gd name="csY77" fmla="*/ 593718 h 1170408"/>
                  <a:gd name="csX78" fmla="*/ 820703 w 1049421"/>
                  <a:gd name="csY78" fmla="*/ 572477 h 1170408"/>
                  <a:gd name="csX79" fmla="*/ 820703 w 1049421"/>
                  <a:gd name="csY79" fmla="*/ 354069 h 1170408"/>
                  <a:gd name="csX80" fmla="*/ 820989 w 1049421"/>
                  <a:gd name="csY80" fmla="*/ 351592 h 1170408"/>
                  <a:gd name="csX81" fmla="*/ 539144 w 1049421"/>
                  <a:gd name="csY81" fmla="*/ 132612 h 1170408"/>
                  <a:gd name="csX82" fmla="*/ 251203 w 1049421"/>
                  <a:gd name="csY82" fmla="*/ 351687 h 1170408"/>
                  <a:gd name="csX83" fmla="*/ 251679 w 1049421"/>
                  <a:gd name="csY83" fmla="*/ 355021 h 1170408"/>
                  <a:gd name="csX84" fmla="*/ 251679 w 1049421"/>
                  <a:gd name="csY84" fmla="*/ 597528 h 1170408"/>
                  <a:gd name="csX85" fmla="*/ 225390 w 1049421"/>
                  <a:gd name="csY85" fmla="*/ 604576 h 1170408"/>
                  <a:gd name="csX86" fmla="*/ 225390 w 1049421"/>
                  <a:gd name="csY86" fmla="*/ 604576 h 1170408"/>
                  <a:gd name="csX87" fmla="*/ 188243 w 1049421"/>
                  <a:gd name="csY87" fmla="*/ 301872 h 1170408"/>
                  <a:gd name="csX88" fmla="*/ 179670 w 1049421"/>
                  <a:gd name="csY88" fmla="*/ 327684 h 1170408"/>
                  <a:gd name="csX89" fmla="*/ 184242 w 1049421"/>
                  <a:gd name="csY89" fmla="*/ 339114 h 1170408"/>
                  <a:gd name="csX90" fmla="*/ 193958 w 1049421"/>
                  <a:gd name="csY90" fmla="*/ 345877 h 1170408"/>
                  <a:gd name="csX91" fmla="*/ 219675 w 1049421"/>
                  <a:gd name="csY91" fmla="*/ 342829 h 1170408"/>
                  <a:gd name="csX92" fmla="*/ 531238 w 1049421"/>
                  <a:gd name="csY92" fmla="*/ 105752 h 1170408"/>
                  <a:gd name="csX93" fmla="*/ 543906 w 1049421"/>
                  <a:gd name="csY93" fmla="*/ 103942 h 1170408"/>
                  <a:gd name="csX94" fmla="*/ 551526 w 1049421"/>
                  <a:gd name="csY94" fmla="*/ 109086 h 1170408"/>
                  <a:gd name="csX95" fmla="*/ 850040 w 1049421"/>
                  <a:gd name="csY95" fmla="*/ 341019 h 1170408"/>
                  <a:gd name="csX96" fmla="*/ 850421 w 1049421"/>
                  <a:gd name="csY96" fmla="*/ 341305 h 1170408"/>
                  <a:gd name="csX97" fmla="*/ 880329 w 1049421"/>
                  <a:gd name="csY97" fmla="*/ 347592 h 1170408"/>
                  <a:gd name="csX98" fmla="*/ 890045 w 1049421"/>
                  <a:gd name="csY98" fmla="*/ 341019 h 1170408"/>
                  <a:gd name="csX99" fmla="*/ 895474 w 1049421"/>
                  <a:gd name="csY99" fmla="*/ 330637 h 1170408"/>
                  <a:gd name="csX100" fmla="*/ 885759 w 1049421"/>
                  <a:gd name="csY100" fmla="*/ 300919 h 1170408"/>
                  <a:gd name="csX101" fmla="*/ 536858 w 1049421"/>
                  <a:gd name="csY101" fmla="*/ 29742 h 1170408"/>
                  <a:gd name="csX102" fmla="*/ 188243 w 1049421"/>
                  <a:gd name="csY102" fmla="*/ 301872 h 1170408"/>
                  <a:gd name="csX103" fmla="*/ 188243 w 1049421"/>
                  <a:gd name="csY103" fmla="*/ 301872 h 1170408"/>
                  <a:gd name="csX104" fmla="*/ 188243 w 1049421"/>
                  <a:gd name="csY104" fmla="*/ 301872 h 1170408"/>
                  <a:gd name="csX105" fmla="*/ 453133 w 1049421"/>
                  <a:gd name="csY105" fmla="*/ 460939 h 1170408"/>
                  <a:gd name="csX106" fmla="*/ 610010 w 1049421"/>
                  <a:gd name="csY106" fmla="*/ 460939 h 1170408"/>
                  <a:gd name="csX107" fmla="*/ 622773 w 1049421"/>
                  <a:gd name="csY107" fmla="*/ 474084 h 1170408"/>
                  <a:gd name="csX108" fmla="*/ 622773 w 1049421"/>
                  <a:gd name="csY108" fmla="*/ 529900 h 1170408"/>
                  <a:gd name="csX109" fmla="*/ 597342 w 1049421"/>
                  <a:gd name="csY109" fmla="*/ 521042 h 1170408"/>
                  <a:gd name="csX110" fmla="*/ 597342 w 1049421"/>
                  <a:gd name="csY110" fmla="*/ 487228 h 1170408"/>
                  <a:gd name="csX111" fmla="*/ 597342 w 1049421"/>
                  <a:gd name="csY111" fmla="*/ 487228 h 1170408"/>
                  <a:gd name="csX112" fmla="*/ 465801 w 1049421"/>
                  <a:gd name="csY112" fmla="*/ 487228 h 1170408"/>
                  <a:gd name="csX113" fmla="*/ 465801 w 1049421"/>
                  <a:gd name="csY113" fmla="*/ 521042 h 1170408"/>
                  <a:gd name="csX114" fmla="*/ 440370 w 1049421"/>
                  <a:gd name="csY114" fmla="*/ 529900 h 1170408"/>
                  <a:gd name="csX115" fmla="*/ 440370 w 1049421"/>
                  <a:gd name="csY115" fmla="*/ 474084 h 1170408"/>
                  <a:gd name="csX116" fmla="*/ 453133 w 1049421"/>
                  <a:gd name="csY116" fmla="*/ 460939 h 1170408"/>
                  <a:gd name="csX117" fmla="*/ 453133 w 1049421"/>
                  <a:gd name="csY117" fmla="*/ 460939 h 1170408"/>
                  <a:gd name="csX118" fmla="*/ 453133 w 1049421"/>
                  <a:gd name="csY118" fmla="*/ 460939 h 1170408"/>
                  <a:gd name="csX119" fmla="*/ 742026 w 1049421"/>
                  <a:gd name="csY119" fmla="*/ 1018818 h 1170408"/>
                  <a:gd name="csX120" fmla="*/ 737931 w 1049421"/>
                  <a:gd name="csY120" fmla="*/ 1011484 h 1170408"/>
                  <a:gd name="csX121" fmla="*/ 601247 w 1049421"/>
                  <a:gd name="csY121" fmla="*/ 765453 h 1170408"/>
                  <a:gd name="csX122" fmla="*/ 559146 w 1049421"/>
                  <a:gd name="csY122" fmla="*/ 747356 h 1170408"/>
                  <a:gd name="csX123" fmla="*/ 530000 w 1049421"/>
                  <a:gd name="csY123" fmla="*/ 771073 h 1170408"/>
                  <a:gd name="csX124" fmla="*/ 512950 w 1049421"/>
                  <a:gd name="csY124" fmla="*/ 786123 h 1170408"/>
                  <a:gd name="csX125" fmla="*/ 489519 w 1049421"/>
                  <a:gd name="csY125" fmla="*/ 805554 h 1170408"/>
                  <a:gd name="csX126" fmla="*/ 489519 w 1049421"/>
                  <a:gd name="csY126" fmla="*/ 805554 h 1170408"/>
                  <a:gd name="csX127" fmla="*/ 489328 w 1049421"/>
                  <a:gd name="csY127" fmla="*/ 805649 h 1170408"/>
                  <a:gd name="csX128" fmla="*/ 434655 w 1049421"/>
                  <a:gd name="csY128" fmla="*/ 828318 h 1170408"/>
                  <a:gd name="csX129" fmla="*/ 400460 w 1049421"/>
                  <a:gd name="csY129" fmla="*/ 823842 h 1170408"/>
                  <a:gd name="csX130" fmla="*/ 372837 w 1049421"/>
                  <a:gd name="csY130" fmla="*/ 804220 h 1170408"/>
                  <a:gd name="csX131" fmla="*/ 358740 w 1049421"/>
                  <a:gd name="csY131" fmla="*/ 767739 h 1170408"/>
                  <a:gd name="csX132" fmla="*/ 358836 w 1049421"/>
                  <a:gd name="csY132" fmla="*/ 767739 h 1170408"/>
                  <a:gd name="csX133" fmla="*/ 361979 w 1049421"/>
                  <a:gd name="csY133" fmla="*/ 757833 h 1170408"/>
                  <a:gd name="csX134" fmla="*/ 436655 w 1049421"/>
                  <a:gd name="csY134" fmla="*/ 668965 h 1170408"/>
                  <a:gd name="csX135" fmla="*/ 393983 w 1049421"/>
                  <a:gd name="csY135" fmla="*/ 674966 h 1170408"/>
                  <a:gd name="csX136" fmla="*/ 335118 w 1049421"/>
                  <a:gd name="csY136" fmla="*/ 705827 h 1170408"/>
                  <a:gd name="csX137" fmla="*/ 326641 w 1049421"/>
                  <a:gd name="csY137" fmla="*/ 708780 h 1170408"/>
                  <a:gd name="csX138" fmla="*/ 240440 w 1049421"/>
                  <a:gd name="csY138" fmla="*/ 708780 h 1170408"/>
                  <a:gd name="csX139" fmla="*/ 240440 w 1049421"/>
                  <a:gd name="csY139" fmla="*/ 871276 h 1170408"/>
                  <a:gd name="csX140" fmla="*/ 240821 w 1049421"/>
                  <a:gd name="csY140" fmla="*/ 975194 h 1170408"/>
                  <a:gd name="csX141" fmla="*/ 290827 w 1049421"/>
                  <a:gd name="csY141" fmla="*/ 975194 h 1170408"/>
                  <a:gd name="csX142" fmla="*/ 290827 w 1049421"/>
                  <a:gd name="csY142" fmla="*/ 975194 h 1170408"/>
                  <a:gd name="csX143" fmla="*/ 302733 w 1049421"/>
                  <a:gd name="csY143" fmla="*/ 982052 h 1170408"/>
                  <a:gd name="csX144" fmla="*/ 364836 w 1049421"/>
                  <a:gd name="csY144" fmla="*/ 1090446 h 1170408"/>
                  <a:gd name="csX145" fmla="*/ 391983 w 1049421"/>
                  <a:gd name="csY145" fmla="*/ 1128927 h 1170408"/>
                  <a:gd name="csX146" fmla="*/ 432654 w 1049421"/>
                  <a:gd name="csY146" fmla="*/ 1143120 h 1170408"/>
                  <a:gd name="csX147" fmla="*/ 453038 w 1049421"/>
                  <a:gd name="csY147" fmla="*/ 1139405 h 1170408"/>
                  <a:gd name="csX148" fmla="*/ 464754 w 1049421"/>
                  <a:gd name="csY148" fmla="*/ 1132737 h 1170408"/>
                  <a:gd name="csX149" fmla="*/ 424463 w 1049421"/>
                  <a:gd name="csY149" fmla="*/ 1057395 h 1170408"/>
                  <a:gd name="csX150" fmla="*/ 430083 w 1049421"/>
                  <a:gd name="csY150" fmla="*/ 1038916 h 1170408"/>
                  <a:gd name="csX151" fmla="*/ 448561 w 1049421"/>
                  <a:gd name="csY151" fmla="*/ 1044536 h 1170408"/>
                  <a:gd name="csX152" fmla="*/ 492376 w 1049421"/>
                  <a:gd name="csY152" fmla="*/ 1126451 h 1170408"/>
                  <a:gd name="csX153" fmla="*/ 536763 w 1049421"/>
                  <a:gd name="csY153" fmla="*/ 1134452 h 1170408"/>
                  <a:gd name="csX154" fmla="*/ 571148 w 1049421"/>
                  <a:gd name="csY154" fmla="*/ 1112735 h 1170408"/>
                  <a:gd name="csX155" fmla="*/ 508092 w 1049421"/>
                  <a:gd name="csY155" fmla="*/ 1013675 h 1170408"/>
                  <a:gd name="csX156" fmla="*/ 512283 w 1049421"/>
                  <a:gd name="csY156" fmla="*/ 994815 h 1170408"/>
                  <a:gd name="csX157" fmla="*/ 531143 w 1049421"/>
                  <a:gd name="csY157" fmla="*/ 999006 h 1170408"/>
                  <a:gd name="csX158" fmla="*/ 597627 w 1049421"/>
                  <a:gd name="csY158" fmla="*/ 1103400 h 1170408"/>
                  <a:gd name="csX159" fmla="*/ 631155 w 1049421"/>
                  <a:gd name="csY159" fmla="*/ 1106258 h 1170408"/>
                  <a:gd name="csX160" fmla="*/ 661731 w 1049421"/>
                  <a:gd name="csY160" fmla="*/ 1086351 h 1170408"/>
                  <a:gd name="csX161" fmla="*/ 601533 w 1049421"/>
                  <a:gd name="csY161" fmla="*/ 972908 h 1170408"/>
                  <a:gd name="csX162" fmla="*/ 607248 w 1049421"/>
                  <a:gd name="csY162" fmla="*/ 954334 h 1170408"/>
                  <a:gd name="csX163" fmla="*/ 625821 w 1049421"/>
                  <a:gd name="csY163" fmla="*/ 960049 h 1170408"/>
                  <a:gd name="csX164" fmla="*/ 688115 w 1049421"/>
                  <a:gd name="csY164" fmla="*/ 1077397 h 1170408"/>
                  <a:gd name="csX165" fmla="*/ 714594 w 1049421"/>
                  <a:gd name="csY165" fmla="*/ 1081874 h 1170408"/>
                  <a:gd name="csX166" fmla="*/ 736311 w 1049421"/>
                  <a:gd name="csY166" fmla="*/ 1072254 h 1170408"/>
                  <a:gd name="csX167" fmla="*/ 749265 w 1049421"/>
                  <a:gd name="csY167" fmla="*/ 1054251 h 1170408"/>
                  <a:gd name="csX168" fmla="*/ 747456 w 1049421"/>
                  <a:gd name="csY168" fmla="*/ 1028058 h 1170408"/>
                  <a:gd name="csX169" fmla="*/ 742026 w 1049421"/>
                  <a:gd name="csY169" fmla="*/ 1018818 h 1170408"/>
                  <a:gd name="csX170" fmla="*/ 742026 w 1049421"/>
                  <a:gd name="csY170" fmla="*/ 1018818 h 1170408"/>
                  <a:gd name="csX171" fmla="*/ 742026 w 1049421"/>
                  <a:gd name="csY171" fmla="*/ 1018818 h 1170408"/>
                  <a:gd name="csX172" fmla="*/ 760124 w 1049421"/>
                  <a:gd name="csY172" fmla="*/ 995006 h 1170408"/>
                  <a:gd name="csX173" fmla="*/ 805749 w 1049421"/>
                  <a:gd name="csY173" fmla="*/ 995006 h 1170408"/>
                  <a:gd name="csX174" fmla="*/ 805749 w 1049421"/>
                  <a:gd name="csY174" fmla="*/ 708780 h 1170408"/>
                  <a:gd name="csX175" fmla="*/ 805749 w 1049421"/>
                  <a:gd name="csY175" fmla="*/ 707732 h 1170408"/>
                  <a:gd name="csX176" fmla="*/ 806606 w 1049421"/>
                  <a:gd name="csY176" fmla="*/ 695064 h 1170408"/>
                  <a:gd name="csX177" fmla="*/ 760219 w 1049421"/>
                  <a:gd name="csY177" fmla="*/ 664107 h 1170408"/>
                  <a:gd name="csX178" fmla="*/ 759457 w 1049421"/>
                  <a:gd name="csY178" fmla="*/ 663536 h 1170408"/>
                  <a:gd name="csX179" fmla="*/ 738883 w 1049421"/>
                  <a:gd name="csY179" fmla="*/ 649344 h 1170408"/>
                  <a:gd name="csX180" fmla="*/ 656111 w 1049421"/>
                  <a:gd name="csY180" fmla="*/ 604195 h 1170408"/>
                  <a:gd name="csX181" fmla="*/ 603438 w 1049421"/>
                  <a:gd name="csY181" fmla="*/ 596956 h 1170408"/>
                  <a:gd name="csX182" fmla="*/ 554955 w 1049421"/>
                  <a:gd name="csY182" fmla="*/ 602195 h 1170408"/>
                  <a:gd name="csX183" fmla="*/ 528285 w 1049421"/>
                  <a:gd name="csY183" fmla="*/ 612387 h 1170408"/>
                  <a:gd name="csX184" fmla="*/ 507807 w 1049421"/>
                  <a:gd name="csY184" fmla="*/ 626865 h 1170408"/>
                  <a:gd name="csX185" fmla="*/ 476660 w 1049421"/>
                  <a:gd name="csY185" fmla="*/ 663917 h 1170408"/>
                  <a:gd name="csX186" fmla="*/ 472755 w 1049421"/>
                  <a:gd name="csY186" fmla="*/ 668584 h 1170408"/>
                  <a:gd name="csX187" fmla="*/ 386839 w 1049421"/>
                  <a:gd name="csY187" fmla="*/ 770597 h 1170408"/>
                  <a:gd name="csX188" fmla="*/ 394173 w 1049421"/>
                  <a:gd name="csY188" fmla="*/ 786980 h 1170408"/>
                  <a:gd name="csX189" fmla="*/ 409985 w 1049421"/>
                  <a:gd name="csY189" fmla="*/ 798124 h 1170408"/>
                  <a:gd name="csX190" fmla="*/ 432369 w 1049421"/>
                  <a:gd name="csY190" fmla="*/ 800886 h 1170408"/>
                  <a:gd name="csX191" fmla="*/ 471993 w 1049421"/>
                  <a:gd name="csY191" fmla="*/ 784313 h 1170408"/>
                  <a:gd name="csX192" fmla="*/ 471993 w 1049421"/>
                  <a:gd name="csY192" fmla="*/ 784313 h 1170408"/>
                  <a:gd name="csX193" fmla="*/ 495424 w 1049421"/>
                  <a:gd name="csY193" fmla="*/ 764882 h 1170408"/>
                  <a:gd name="csX194" fmla="*/ 511426 w 1049421"/>
                  <a:gd name="csY194" fmla="*/ 750785 h 1170408"/>
                  <a:gd name="csX195" fmla="*/ 544954 w 1049421"/>
                  <a:gd name="csY195" fmla="*/ 723829 h 1170408"/>
                  <a:gd name="csX196" fmla="*/ 624678 w 1049421"/>
                  <a:gd name="csY196" fmla="*/ 751547 h 1170408"/>
                  <a:gd name="csX197" fmla="*/ 624964 w 1049421"/>
                  <a:gd name="csY197" fmla="*/ 752023 h 1170408"/>
                  <a:gd name="csX198" fmla="*/ 760124 w 1049421"/>
                  <a:gd name="csY198" fmla="*/ 995006 h 1170408"/>
                  <a:gd name="csX199" fmla="*/ 760124 w 1049421"/>
                  <a:gd name="csY199" fmla="*/ 995006 h 1170408"/>
                  <a:gd name="csX200" fmla="*/ 760124 w 1049421"/>
                  <a:gd name="csY200" fmla="*/ 995006 h 1170408"/>
                  <a:gd name="csX201" fmla="*/ 810797 w 1049421"/>
                  <a:gd name="csY201" fmla="*/ 1022438 h 1170408"/>
                  <a:gd name="csX202" fmla="*/ 774316 w 1049421"/>
                  <a:gd name="csY202" fmla="*/ 1022438 h 1170408"/>
                  <a:gd name="csX203" fmla="*/ 775078 w 1049421"/>
                  <a:gd name="csY203" fmla="*/ 1062633 h 1170408"/>
                  <a:gd name="csX204" fmla="*/ 753171 w 1049421"/>
                  <a:gd name="csY204" fmla="*/ 1093685 h 1170408"/>
                  <a:gd name="csX205" fmla="*/ 718881 w 1049421"/>
                  <a:gd name="csY205" fmla="*/ 1108830 h 1170408"/>
                  <a:gd name="csX206" fmla="*/ 681924 w 1049421"/>
                  <a:gd name="csY206" fmla="*/ 1104829 h 1170408"/>
                  <a:gd name="csX207" fmla="*/ 638299 w 1049421"/>
                  <a:gd name="csY207" fmla="*/ 1132642 h 1170408"/>
                  <a:gd name="csX208" fmla="*/ 591912 w 1049421"/>
                  <a:gd name="csY208" fmla="*/ 1130547 h 1170408"/>
                  <a:gd name="csX209" fmla="*/ 542573 w 1049421"/>
                  <a:gd name="csY209" fmla="*/ 1161217 h 1170408"/>
                  <a:gd name="csX210" fmla="*/ 483804 w 1049421"/>
                  <a:gd name="csY210" fmla="*/ 1152645 h 1170408"/>
                  <a:gd name="csX211" fmla="*/ 463515 w 1049421"/>
                  <a:gd name="csY211" fmla="*/ 1164646 h 1170408"/>
                  <a:gd name="csX212" fmla="*/ 431988 w 1049421"/>
                  <a:gd name="csY212" fmla="*/ 1170361 h 1170408"/>
                  <a:gd name="csX213" fmla="*/ 373885 w 1049421"/>
                  <a:gd name="csY213" fmla="*/ 1149216 h 1170408"/>
                  <a:gd name="csX214" fmla="*/ 341214 w 1049421"/>
                  <a:gd name="csY214" fmla="*/ 1103972 h 1170408"/>
                  <a:gd name="csX215" fmla="*/ 283017 w 1049421"/>
                  <a:gd name="csY215" fmla="*/ 1002531 h 1170408"/>
                  <a:gd name="csX216" fmla="*/ 237868 w 1049421"/>
                  <a:gd name="csY216" fmla="*/ 1002531 h 1170408"/>
                  <a:gd name="csX217" fmla="*/ 223866 w 1049421"/>
                  <a:gd name="csY217" fmla="*/ 1035582 h 1170408"/>
                  <a:gd name="csX218" fmla="*/ 172146 w 1049421"/>
                  <a:gd name="csY218" fmla="*/ 1057776 h 1170408"/>
                  <a:gd name="csX219" fmla="*/ 171384 w 1049421"/>
                  <a:gd name="csY219" fmla="*/ 1057776 h 1170408"/>
                  <a:gd name="csX220" fmla="*/ 94041 w 1049421"/>
                  <a:gd name="csY220" fmla="*/ 1057776 h 1170408"/>
                  <a:gd name="csX221" fmla="*/ 44796 w 1049421"/>
                  <a:gd name="csY221" fmla="*/ 1041012 h 1170408"/>
                  <a:gd name="csX222" fmla="*/ 21936 w 1049421"/>
                  <a:gd name="csY222" fmla="*/ 973860 h 1170408"/>
                  <a:gd name="csX223" fmla="*/ 21746 w 1049421"/>
                  <a:gd name="csY223" fmla="*/ 972717 h 1170408"/>
                  <a:gd name="csX224" fmla="*/ 1458 w 1049421"/>
                  <a:gd name="csY224" fmla="*/ 720781 h 1170408"/>
                  <a:gd name="csX225" fmla="*/ 12792 w 1049421"/>
                  <a:gd name="csY225" fmla="*/ 661250 h 1170408"/>
                  <a:gd name="csX226" fmla="*/ 60894 w 1049421"/>
                  <a:gd name="csY226" fmla="*/ 641057 h 1170408"/>
                  <a:gd name="csX227" fmla="*/ 62608 w 1049421"/>
                  <a:gd name="csY227" fmla="*/ 640962 h 1170408"/>
                  <a:gd name="csX228" fmla="*/ 166716 w 1049421"/>
                  <a:gd name="csY228" fmla="*/ 640962 h 1170408"/>
                  <a:gd name="csX229" fmla="*/ 166716 w 1049421"/>
                  <a:gd name="csY229" fmla="*/ 641057 h 1170408"/>
                  <a:gd name="csX230" fmla="*/ 216151 w 1049421"/>
                  <a:gd name="csY230" fmla="*/ 652392 h 1170408"/>
                  <a:gd name="csX231" fmla="*/ 237678 w 1049421"/>
                  <a:gd name="csY231" fmla="*/ 681252 h 1170408"/>
                  <a:gd name="csX232" fmla="*/ 322450 w 1049421"/>
                  <a:gd name="csY232" fmla="*/ 681252 h 1170408"/>
                  <a:gd name="csX233" fmla="*/ 385791 w 1049421"/>
                  <a:gd name="csY233" fmla="*/ 648677 h 1170408"/>
                  <a:gd name="csX234" fmla="*/ 458467 w 1049421"/>
                  <a:gd name="csY234" fmla="*/ 642867 h 1170408"/>
                  <a:gd name="csX235" fmla="*/ 486852 w 1049421"/>
                  <a:gd name="csY235" fmla="*/ 609053 h 1170408"/>
                  <a:gd name="csX236" fmla="*/ 488566 w 1049421"/>
                  <a:gd name="csY236" fmla="*/ 607148 h 1170408"/>
                  <a:gd name="csX237" fmla="*/ 515427 w 1049421"/>
                  <a:gd name="csY237" fmla="*/ 588003 h 1170408"/>
                  <a:gd name="csX238" fmla="*/ 548002 w 1049421"/>
                  <a:gd name="csY238" fmla="*/ 575525 h 1170408"/>
                  <a:gd name="csX239" fmla="*/ 603819 w 1049421"/>
                  <a:gd name="csY239" fmla="*/ 569429 h 1170408"/>
                  <a:gd name="csX240" fmla="*/ 663064 w 1049421"/>
                  <a:gd name="csY240" fmla="*/ 577525 h 1170408"/>
                  <a:gd name="csX241" fmla="*/ 754504 w 1049421"/>
                  <a:gd name="csY241" fmla="*/ 626769 h 1170408"/>
                  <a:gd name="csX242" fmla="*/ 774602 w 1049421"/>
                  <a:gd name="csY242" fmla="*/ 640581 h 1170408"/>
                  <a:gd name="csX243" fmla="*/ 775364 w 1049421"/>
                  <a:gd name="csY243" fmla="*/ 641057 h 1170408"/>
                  <a:gd name="csX244" fmla="*/ 816512 w 1049421"/>
                  <a:gd name="csY244" fmla="*/ 668489 h 1170408"/>
                  <a:gd name="csX245" fmla="*/ 823656 w 1049421"/>
                  <a:gd name="csY245" fmla="*/ 660583 h 1170408"/>
                  <a:gd name="csX246" fmla="*/ 873948 w 1049421"/>
                  <a:gd name="csY246" fmla="*/ 644772 h 1170408"/>
                  <a:gd name="csX247" fmla="*/ 873948 w 1049421"/>
                  <a:gd name="csY247" fmla="*/ 644676 h 1170408"/>
                  <a:gd name="csX248" fmla="*/ 969769 w 1049421"/>
                  <a:gd name="csY248" fmla="*/ 644676 h 1170408"/>
                  <a:gd name="csX249" fmla="*/ 970912 w 1049421"/>
                  <a:gd name="csY249" fmla="*/ 644772 h 1170408"/>
                  <a:gd name="csX250" fmla="*/ 1029205 w 1049421"/>
                  <a:gd name="csY250" fmla="*/ 659821 h 1170408"/>
                  <a:gd name="csX251" fmla="*/ 1048731 w 1049421"/>
                  <a:gd name="csY251" fmla="*/ 715638 h 1170408"/>
                  <a:gd name="csX252" fmla="*/ 1048636 w 1049421"/>
                  <a:gd name="csY252" fmla="*/ 716304 h 1170408"/>
                  <a:gd name="csX253" fmla="*/ 1022823 w 1049421"/>
                  <a:gd name="csY253" fmla="*/ 983766 h 1170408"/>
                  <a:gd name="csX254" fmla="*/ 1022823 w 1049421"/>
                  <a:gd name="csY254" fmla="*/ 983766 h 1170408"/>
                  <a:gd name="csX255" fmla="*/ 1003297 w 1049421"/>
                  <a:gd name="csY255" fmla="*/ 1039392 h 1170408"/>
                  <a:gd name="csX256" fmla="*/ 952719 w 1049421"/>
                  <a:gd name="csY256" fmla="*/ 1059109 h 1170408"/>
                  <a:gd name="csX257" fmla="*/ 952719 w 1049421"/>
                  <a:gd name="csY257" fmla="*/ 1059109 h 1170408"/>
                  <a:gd name="csX258" fmla="*/ 867566 w 1049421"/>
                  <a:gd name="csY258" fmla="*/ 1059109 h 1170408"/>
                  <a:gd name="csX259" fmla="*/ 829847 w 1049421"/>
                  <a:gd name="csY259" fmla="*/ 1047489 h 1170408"/>
                  <a:gd name="csX260" fmla="*/ 810797 w 1049421"/>
                  <a:gd name="csY260" fmla="*/ 1022438 h 1170408"/>
                  <a:gd name="csX261" fmla="*/ 810797 w 1049421"/>
                  <a:gd name="csY261" fmla="*/ 1022438 h 1170408"/>
                  <a:gd name="csX262" fmla="*/ 810797 w 1049421"/>
                  <a:gd name="csY262" fmla="*/ 1022438 h 1170408"/>
                  <a:gd name="csX263" fmla="*/ 119568 w 1049421"/>
                  <a:gd name="csY263" fmla="*/ 918520 h 1170408"/>
                  <a:gd name="csX264" fmla="*/ 138046 w 1049421"/>
                  <a:gd name="csY264" fmla="*/ 936999 h 1170408"/>
                  <a:gd name="csX265" fmla="*/ 119568 w 1049421"/>
                  <a:gd name="csY265" fmla="*/ 955477 h 1170408"/>
                  <a:gd name="csX266" fmla="*/ 101089 w 1049421"/>
                  <a:gd name="csY266" fmla="*/ 936999 h 1170408"/>
                  <a:gd name="csX267" fmla="*/ 119568 w 1049421"/>
                  <a:gd name="csY267" fmla="*/ 918520 h 1170408"/>
                  <a:gd name="csX268" fmla="*/ 119568 w 1049421"/>
                  <a:gd name="csY268" fmla="*/ 918520 h 1170408"/>
                  <a:gd name="csX269" fmla="*/ 926240 w 1049421"/>
                  <a:gd name="csY269" fmla="*/ 918520 h 1170408"/>
                  <a:gd name="csX270" fmla="*/ 944718 w 1049421"/>
                  <a:gd name="csY270" fmla="*/ 936999 h 1170408"/>
                  <a:gd name="csX271" fmla="*/ 926240 w 1049421"/>
                  <a:gd name="csY271" fmla="*/ 955477 h 1170408"/>
                  <a:gd name="csX272" fmla="*/ 907761 w 1049421"/>
                  <a:gd name="csY272" fmla="*/ 936999 h 1170408"/>
                  <a:gd name="csX273" fmla="*/ 926240 w 1049421"/>
                  <a:gd name="csY273" fmla="*/ 918520 h 1170408"/>
                  <a:gd name="csX274" fmla="*/ 926240 w 1049421"/>
                  <a:gd name="csY274" fmla="*/ 918520 h 1170408"/>
                  <a:gd name="csX275" fmla="*/ 213103 w 1049421"/>
                  <a:gd name="csY275" fmla="*/ 839558 h 1170408"/>
                  <a:gd name="csX276" fmla="*/ 212627 w 1049421"/>
                  <a:gd name="csY276" fmla="*/ 694968 h 1170408"/>
                  <a:gd name="csX277" fmla="*/ 212627 w 1049421"/>
                  <a:gd name="csY277" fmla="*/ 694111 h 1170408"/>
                  <a:gd name="csX278" fmla="*/ 201387 w 1049421"/>
                  <a:gd name="csY278" fmla="*/ 675252 h 1170408"/>
                  <a:gd name="csX279" fmla="*/ 166907 w 1049421"/>
                  <a:gd name="csY279" fmla="*/ 668298 h 1170408"/>
                  <a:gd name="csX280" fmla="*/ 166716 w 1049421"/>
                  <a:gd name="csY280" fmla="*/ 668298 h 1170408"/>
                  <a:gd name="csX281" fmla="*/ 166716 w 1049421"/>
                  <a:gd name="csY281" fmla="*/ 668394 h 1170408"/>
                  <a:gd name="csX282" fmla="*/ 62703 w 1049421"/>
                  <a:gd name="csY282" fmla="*/ 668394 h 1170408"/>
                  <a:gd name="csX283" fmla="*/ 62132 w 1049421"/>
                  <a:gd name="csY283" fmla="*/ 668394 h 1170408"/>
                  <a:gd name="csX284" fmla="*/ 33843 w 1049421"/>
                  <a:gd name="csY284" fmla="*/ 678776 h 1170408"/>
                  <a:gd name="csX285" fmla="*/ 28699 w 1049421"/>
                  <a:gd name="csY285" fmla="*/ 717162 h 1170408"/>
                  <a:gd name="csX286" fmla="*/ 28794 w 1049421"/>
                  <a:gd name="csY286" fmla="*/ 718305 h 1170408"/>
                  <a:gd name="csX287" fmla="*/ 49178 w 1049421"/>
                  <a:gd name="csY287" fmla="*/ 970527 h 1170408"/>
                  <a:gd name="csX288" fmla="*/ 49178 w 1049421"/>
                  <a:gd name="csY288" fmla="*/ 971003 h 1170408"/>
                  <a:gd name="csX289" fmla="*/ 65561 w 1049421"/>
                  <a:gd name="csY289" fmla="*/ 1023105 h 1170408"/>
                  <a:gd name="csX290" fmla="*/ 90802 w 1049421"/>
                  <a:gd name="csY290" fmla="*/ 1030629 h 1170408"/>
                  <a:gd name="csX291" fmla="*/ 93183 w 1049421"/>
                  <a:gd name="csY291" fmla="*/ 1030439 h 1170408"/>
                  <a:gd name="csX292" fmla="*/ 93183 w 1049421"/>
                  <a:gd name="csY292" fmla="*/ 1030344 h 1170408"/>
                  <a:gd name="csX293" fmla="*/ 171288 w 1049421"/>
                  <a:gd name="csY293" fmla="*/ 1030344 h 1170408"/>
                  <a:gd name="csX294" fmla="*/ 172717 w 1049421"/>
                  <a:gd name="csY294" fmla="*/ 1030439 h 1170408"/>
                  <a:gd name="csX295" fmla="*/ 202054 w 1049421"/>
                  <a:gd name="csY295" fmla="*/ 1018818 h 1170408"/>
                  <a:gd name="csX296" fmla="*/ 213008 w 1049421"/>
                  <a:gd name="csY296" fmla="*/ 977289 h 1170408"/>
                  <a:gd name="csX297" fmla="*/ 213008 w 1049421"/>
                  <a:gd name="csY297" fmla="*/ 977289 h 1170408"/>
                  <a:gd name="csX298" fmla="*/ 213103 w 1049421"/>
                  <a:gd name="csY298" fmla="*/ 839558 h 1170408"/>
                  <a:gd name="csX299" fmla="*/ 213103 w 1049421"/>
                  <a:gd name="csY299" fmla="*/ 839558 h 1170408"/>
                  <a:gd name="csX300" fmla="*/ 213103 w 1049421"/>
                  <a:gd name="csY300" fmla="*/ 839558 h 1170408"/>
                  <a:gd name="csX301" fmla="*/ 625059 w 1049421"/>
                  <a:gd name="csY301" fmla="*/ 751928 h 1170408"/>
                  <a:gd name="csX302" fmla="*/ 625059 w 1049421"/>
                  <a:gd name="csY302" fmla="*/ 751928 h 1170408"/>
                  <a:gd name="csX303" fmla="*/ 625059 w 1049421"/>
                  <a:gd name="csY303" fmla="*/ 751928 h 1170408"/>
                  <a:gd name="csX304" fmla="*/ 625059 w 1049421"/>
                  <a:gd name="csY304" fmla="*/ 751928 h 1170408"/>
                  <a:gd name="csX305" fmla="*/ 625059 w 1049421"/>
                  <a:gd name="csY305" fmla="*/ 751928 h 1170408"/>
                  <a:gd name="csX306" fmla="*/ 625059 w 1049421"/>
                  <a:gd name="csY306" fmla="*/ 751928 h 1170408"/>
                  <a:gd name="csX307" fmla="*/ 625059 w 1049421"/>
                  <a:gd name="csY307" fmla="*/ 751928 h 1170408"/>
                  <a:gd name="csX308" fmla="*/ 625059 w 1049421"/>
                  <a:gd name="csY308" fmla="*/ 751928 h 1170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</a:cxnLst>
                <a:rect l="l" t="t" r="r" b="b"/>
                <a:pathLst>
                  <a:path w="1049421" h="1170408">
                    <a:moveTo>
                      <a:pt x="835752" y="690492"/>
                    </a:moveTo>
                    <a:cubicBezTo>
                      <a:pt x="835562" y="692111"/>
                      <a:pt x="835086" y="693730"/>
                      <a:pt x="834324" y="695159"/>
                    </a:cubicBezTo>
                    <a:cubicBezTo>
                      <a:pt x="833466" y="698778"/>
                      <a:pt x="833085" y="702874"/>
                      <a:pt x="833085" y="707351"/>
                    </a:cubicBezTo>
                    <a:cubicBezTo>
                      <a:pt x="833085" y="707827"/>
                      <a:pt x="833181" y="708208"/>
                      <a:pt x="833181" y="708684"/>
                    </a:cubicBezTo>
                    <a:lnTo>
                      <a:pt x="833181" y="1005388"/>
                    </a:lnTo>
                    <a:cubicBezTo>
                      <a:pt x="836895" y="1014723"/>
                      <a:pt x="841563" y="1021676"/>
                      <a:pt x="847087" y="1026057"/>
                    </a:cubicBezTo>
                    <a:cubicBezTo>
                      <a:pt x="852231" y="1030153"/>
                      <a:pt x="858517" y="1032153"/>
                      <a:pt x="866232" y="1031772"/>
                    </a:cubicBezTo>
                    <a:cubicBezTo>
                      <a:pt x="866804" y="1031677"/>
                      <a:pt x="867280" y="1031677"/>
                      <a:pt x="867852" y="1031677"/>
                    </a:cubicBezTo>
                    <a:lnTo>
                      <a:pt x="952910" y="1031677"/>
                    </a:lnTo>
                    <a:lnTo>
                      <a:pt x="952910" y="1031677"/>
                    </a:lnTo>
                    <a:cubicBezTo>
                      <a:pt x="953100" y="1031677"/>
                      <a:pt x="953386" y="1031677"/>
                      <a:pt x="953577" y="1031677"/>
                    </a:cubicBezTo>
                    <a:cubicBezTo>
                      <a:pt x="966816" y="1032344"/>
                      <a:pt x="976437" y="1028724"/>
                      <a:pt x="982818" y="1021390"/>
                    </a:cubicBezTo>
                    <a:cubicBezTo>
                      <a:pt x="990057" y="1013103"/>
                      <a:pt x="994248" y="999578"/>
                      <a:pt x="995677" y="981576"/>
                    </a:cubicBezTo>
                    <a:lnTo>
                      <a:pt x="995677" y="981576"/>
                    </a:lnTo>
                    <a:lnTo>
                      <a:pt x="995677" y="981385"/>
                    </a:lnTo>
                    <a:lnTo>
                      <a:pt x="1021585" y="713637"/>
                    </a:lnTo>
                    <a:cubicBezTo>
                      <a:pt x="1021585" y="713256"/>
                      <a:pt x="1021585" y="712780"/>
                      <a:pt x="1021680" y="712399"/>
                    </a:cubicBezTo>
                    <a:cubicBezTo>
                      <a:pt x="1023490" y="697159"/>
                      <a:pt x="1020156" y="687253"/>
                      <a:pt x="1012632" y="681538"/>
                    </a:cubicBezTo>
                    <a:cubicBezTo>
                      <a:pt x="1004059" y="674871"/>
                      <a:pt x="989676" y="672108"/>
                      <a:pt x="971198" y="672204"/>
                    </a:cubicBezTo>
                    <a:cubicBezTo>
                      <a:pt x="970722" y="672204"/>
                      <a:pt x="970341" y="672299"/>
                      <a:pt x="969864" y="672299"/>
                    </a:cubicBezTo>
                    <a:lnTo>
                      <a:pt x="874043" y="672299"/>
                    </a:lnTo>
                    <a:lnTo>
                      <a:pt x="874043" y="672204"/>
                    </a:lnTo>
                    <a:cubicBezTo>
                      <a:pt x="859374" y="672204"/>
                      <a:pt x="848706" y="675156"/>
                      <a:pt x="842134" y="681062"/>
                    </a:cubicBezTo>
                    <a:cubicBezTo>
                      <a:pt x="839372" y="683634"/>
                      <a:pt x="837276" y="686682"/>
                      <a:pt x="835752" y="690492"/>
                    </a:cubicBezTo>
                    <a:lnTo>
                      <a:pt x="835752" y="690492"/>
                    </a:lnTo>
                    <a:lnTo>
                      <a:pt x="835752" y="690492"/>
                    </a:lnTo>
                    <a:close/>
                    <a:moveTo>
                      <a:pt x="473231" y="257009"/>
                    </a:moveTo>
                    <a:lnTo>
                      <a:pt x="602580" y="257009"/>
                    </a:lnTo>
                    <a:cubicBezTo>
                      <a:pt x="607629" y="257009"/>
                      <a:pt x="611724" y="261009"/>
                      <a:pt x="611724" y="265962"/>
                    </a:cubicBezTo>
                    <a:lnTo>
                      <a:pt x="611724" y="367118"/>
                    </a:lnTo>
                    <a:cubicBezTo>
                      <a:pt x="611724" y="372071"/>
                      <a:pt x="607629" y="376071"/>
                      <a:pt x="602580" y="376071"/>
                    </a:cubicBezTo>
                    <a:lnTo>
                      <a:pt x="473231" y="376071"/>
                    </a:lnTo>
                    <a:cubicBezTo>
                      <a:pt x="468183" y="376071"/>
                      <a:pt x="464087" y="372071"/>
                      <a:pt x="464087" y="367118"/>
                    </a:cubicBezTo>
                    <a:lnTo>
                      <a:pt x="464087" y="265962"/>
                    </a:lnTo>
                    <a:cubicBezTo>
                      <a:pt x="464087" y="261009"/>
                      <a:pt x="468183" y="257009"/>
                      <a:pt x="473231" y="257009"/>
                    </a:cubicBezTo>
                    <a:lnTo>
                      <a:pt x="473231" y="257009"/>
                    </a:lnTo>
                    <a:close/>
                    <a:moveTo>
                      <a:pt x="593436" y="325494"/>
                    </a:moveTo>
                    <a:lnTo>
                      <a:pt x="545430" y="325494"/>
                    </a:lnTo>
                    <a:lnTo>
                      <a:pt x="545430" y="358164"/>
                    </a:lnTo>
                    <a:lnTo>
                      <a:pt x="593436" y="358164"/>
                    </a:lnTo>
                    <a:lnTo>
                      <a:pt x="593436" y="325494"/>
                    </a:lnTo>
                    <a:lnTo>
                      <a:pt x="593436" y="325494"/>
                    </a:lnTo>
                    <a:close/>
                    <a:moveTo>
                      <a:pt x="527523" y="325494"/>
                    </a:moveTo>
                    <a:lnTo>
                      <a:pt x="482375" y="325494"/>
                    </a:lnTo>
                    <a:lnTo>
                      <a:pt x="482375" y="358164"/>
                    </a:lnTo>
                    <a:lnTo>
                      <a:pt x="527523" y="358164"/>
                    </a:lnTo>
                    <a:lnTo>
                      <a:pt x="527523" y="325494"/>
                    </a:lnTo>
                    <a:lnTo>
                      <a:pt x="527523" y="325494"/>
                    </a:lnTo>
                    <a:close/>
                    <a:moveTo>
                      <a:pt x="482375" y="307587"/>
                    </a:moveTo>
                    <a:lnTo>
                      <a:pt x="527523" y="307587"/>
                    </a:lnTo>
                    <a:lnTo>
                      <a:pt x="527523" y="274916"/>
                    </a:lnTo>
                    <a:lnTo>
                      <a:pt x="482375" y="274916"/>
                    </a:lnTo>
                    <a:lnTo>
                      <a:pt x="482375" y="307587"/>
                    </a:lnTo>
                    <a:lnTo>
                      <a:pt x="482375" y="307587"/>
                    </a:lnTo>
                    <a:close/>
                    <a:moveTo>
                      <a:pt x="545430" y="307587"/>
                    </a:moveTo>
                    <a:lnTo>
                      <a:pt x="593436" y="307587"/>
                    </a:lnTo>
                    <a:lnTo>
                      <a:pt x="593436" y="274916"/>
                    </a:lnTo>
                    <a:lnTo>
                      <a:pt x="545430" y="274916"/>
                    </a:lnTo>
                    <a:lnTo>
                      <a:pt x="545430" y="307587"/>
                    </a:lnTo>
                    <a:lnTo>
                      <a:pt x="545430" y="307587"/>
                    </a:lnTo>
                    <a:close/>
                    <a:moveTo>
                      <a:pt x="225390" y="604576"/>
                    </a:moveTo>
                    <a:lnTo>
                      <a:pt x="225390" y="368737"/>
                    </a:lnTo>
                    <a:cubicBezTo>
                      <a:pt x="210722" y="374357"/>
                      <a:pt x="197101" y="374452"/>
                      <a:pt x="185671" y="370642"/>
                    </a:cubicBezTo>
                    <a:cubicBezTo>
                      <a:pt x="176813" y="367689"/>
                      <a:pt x="169288" y="362260"/>
                      <a:pt x="163764" y="355307"/>
                    </a:cubicBezTo>
                    <a:cubicBezTo>
                      <a:pt x="158239" y="348354"/>
                      <a:pt x="154715" y="339876"/>
                      <a:pt x="153667" y="330637"/>
                    </a:cubicBezTo>
                    <a:cubicBezTo>
                      <a:pt x="152048" y="316254"/>
                      <a:pt x="156334" y="299776"/>
                      <a:pt x="168717" y="284536"/>
                    </a:cubicBezTo>
                    <a:lnTo>
                      <a:pt x="168717" y="284536"/>
                    </a:lnTo>
                    <a:cubicBezTo>
                      <a:pt x="169288" y="283774"/>
                      <a:pt x="170050" y="283012"/>
                      <a:pt x="170812" y="282441"/>
                    </a:cubicBezTo>
                    <a:lnTo>
                      <a:pt x="528000" y="3453"/>
                    </a:lnTo>
                    <a:cubicBezTo>
                      <a:pt x="532572" y="-833"/>
                      <a:pt x="539811" y="-1214"/>
                      <a:pt x="544859" y="2787"/>
                    </a:cubicBezTo>
                    <a:lnTo>
                      <a:pt x="902808" y="281012"/>
                    </a:lnTo>
                    <a:lnTo>
                      <a:pt x="902808" y="281012"/>
                    </a:lnTo>
                    <a:cubicBezTo>
                      <a:pt x="903380" y="281393"/>
                      <a:pt x="903856" y="281869"/>
                      <a:pt x="904332" y="282441"/>
                    </a:cubicBezTo>
                    <a:cubicBezTo>
                      <a:pt x="920906" y="300252"/>
                      <a:pt x="925002" y="320064"/>
                      <a:pt x="921001" y="336828"/>
                    </a:cubicBezTo>
                    <a:cubicBezTo>
                      <a:pt x="919001" y="345020"/>
                      <a:pt x="915096" y="352545"/>
                      <a:pt x="909666" y="358641"/>
                    </a:cubicBezTo>
                    <a:cubicBezTo>
                      <a:pt x="904237" y="364737"/>
                      <a:pt x="897284" y="369499"/>
                      <a:pt x="889378" y="372357"/>
                    </a:cubicBezTo>
                    <a:cubicBezTo>
                      <a:pt x="876805" y="376929"/>
                      <a:pt x="861946" y="376738"/>
                      <a:pt x="846897" y="369594"/>
                    </a:cubicBezTo>
                    <a:lnTo>
                      <a:pt x="846897" y="593718"/>
                    </a:lnTo>
                    <a:lnTo>
                      <a:pt x="820703" y="572477"/>
                    </a:lnTo>
                    <a:lnTo>
                      <a:pt x="820703" y="354069"/>
                    </a:lnTo>
                    <a:cubicBezTo>
                      <a:pt x="820703" y="353211"/>
                      <a:pt x="820798" y="352354"/>
                      <a:pt x="820989" y="351592"/>
                    </a:cubicBezTo>
                    <a:lnTo>
                      <a:pt x="539144" y="132612"/>
                    </a:lnTo>
                    <a:lnTo>
                      <a:pt x="251203" y="351687"/>
                    </a:lnTo>
                    <a:cubicBezTo>
                      <a:pt x="251489" y="352735"/>
                      <a:pt x="251679" y="353878"/>
                      <a:pt x="251679" y="355021"/>
                    </a:cubicBezTo>
                    <a:lnTo>
                      <a:pt x="251679" y="597528"/>
                    </a:lnTo>
                    <a:lnTo>
                      <a:pt x="225390" y="604576"/>
                    </a:lnTo>
                    <a:lnTo>
                      <a:pt x="225390" y="604576"/>
                    </a:lnTo>
                    <a:close/>
                    <a:moveTo>
                      <a:pt x="188243" y="301872"/>
                    </a:moveTo>
                    <a:cubicBezTo>
                      <a:pt x="181290" y="310920"/>
                      <a:pt x="178813" y="319969"/>
                      <a:pt x="179670" y="327684"/>
                    </a:cubicBezTo>
                    <a:cubicBezTo>
                      <a:pt x="180147" y="332066"/>
                      <a:pt x="181766" y="335971"/>
                      <a:pt x="184242" y="339114"/>
                    </a:cubicBezTo>
                    <a:cubicBezTo>
                      <a:pt x="186624" y="342162"/>
                      <a:pt x="189957" y="344544"/>
                      <a:pt x="193958" y="345877"/>
                    </a:cubicBezTo>
                    <a:cubicBezTo>
                      <a:pt x="200816" y="348163"/>
                      <a:pt x="209579" y="347592"/>
                      <a:pt x="219675" y="342829"/>
                    </a:cubicBezTo>
                    <a:lnTo>
                      <a:pt x="531238" y="105752"/>
                    </a:lnTo>
                    <a:cubicBezTo>
                      <a:pt x="535048" y="102894"/>
                      <a:pt x="539811" y="102323"/>
                      <a:pt x="543906" y="103942"/>
                    </a:cubicBezTo>
                    <a:cubicBezTo>
                      <a:pt x="546573" y="104990"/>
                      <a:pt x="549240" y="107371"/>
                      <a:pt x="551526" y="109086"/>
                    </a:cubicBezTo>
                    <a:lnTo>
                      <a:pt x="850040" y="341019"/>
                    </a:lnTo>
                    <a:cubicBezTo>
                      <a:pt x="850135" y="341115"/>
                      <a:pt x="850326" y="341210"/>
                      <a:pt x="850421" y="341305"/>
                    </a:cubicBezTo>
                    <a:cubicBezTo>
                      <a:pt x="861470" y="349306"/>
                      <a:pt x="872138" y="350544"/>
                      <a:pt x="880329" y="347592"/>
                    </a:cubicBezTo>
                    <a:cubicBezTo>
                      <a:pt x="884139" y="346258"/>
                      <a:pt x="887473" y="343972"/>
                      <a:pt x="890045" y="341019"/>
                    </a:cubicBezTo>
                    <a:cubicBezTo>
                      <a:pt x="892617" y="338067"/>
                      <a:pt x="894522" y="334542"/>
                      <a:pt x="895474" y="330637"/>
                    </a:cubicBezTo>
                    <a:cubicBezTo>
                      <a:pt x="897570" y="321969"/>
                      <a:pt x="895093" y="311397"/>
                      <a:pt x="885759" y="300919"/>
                    </a:cubicBezTo>
                    <a:lnTo>
                      <a:pt x="536858" y="2974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close/>
                    <a:moveTo>
                      <a:pt x="453133" y="460939"/>
                    </a:moveTo>
                    <a:lnTo>
                      <a:pt x="610010" y="460939"/>
                    </a:lnTo>
                    <a:cubicBezTo>
                      <a:pt x="617058" y="460939"/>
                      <a:pt x="622773" y="466845"/>
                      <a:pt x="622773" y="474084"/>
                    </a:cubicBezTo>
                    <a:lnTo>
                      <a:pt x="622773" y="529900"/>
                    </a:lnTo>
                    <a:lnTo>
                      <a:pt x="597342" y="521042"/>
                    </a:lnTo>
                    <a:lnTo>
                      <a:pt x="597342" y="487228"/>
                    </a:lnTo>
                    <a:lnTo>
                      <a:pt x="597342" y="487228"/>
                    </a:lnTo>
                    <a:lnTo>
                      <a:pt x="465801" y="487228"/>
                    </a:lnTo>
                    <a:lnTo>
                      <a:pt x="465801" y="521042"/>
                    </a:lnTo>
                    <a:lnTo>
                      <a:pt x="440370" y="529900"/>
                    </a:lnTo>
                    <a:lnTo>
                      <a:pt x="440370" y="474084"/>
                    </a:lnTo>
                    <a:cubicBezTo>
                      <a:pt x="440370" y="466845"/>
                      <a:pt x="446085" y="460939"/>
                      <a:pt x="453133" y="460939"/>
                    </a:cubicBezTo>
                    <a:lnTo>
                      <a:pt x="453133" y="460939"/>
                    </a:lnTo>
                    <a:lnTo>
                      <a:pt x="453133" y="460939"/>
                    </a:lnTo>
                    <a:close/>
                    <a:moveTo>
                      <a:pt x="742026" y="1018818"/>
                    </a:moveTo>
                    <a:cubicBezTo>
                      <a:pt x="739931" y="1016913"/>
                      <a:pt x="738502" y="1014342"/>
                      <a:pt x="737931" y="1011484"/>
                    </a:cubicBezTo>
                    <a:lnTo>
                      <a:pt x="601247" y="765453"/>
                    </a:lnTo>
                    <a:cubicBezTo>
                      <a:pt x="586102" y="740117"/>
                      <a:pt x="572386" y="739450"/>
                      <a:pt x="559146" y="747356"/>
                    </a:cubicBezTo>
                    <a:cubicBezTo>
                      <a:pt x="549812" y="752976"/>
                      <a:pt x="539906" y="762024"/>
                      <a:pt x="530000" y="771073"/>
                    </a:cubicBezTo>
                    <a:cubicBezTo>
                      <a:pt x="523999" y="776502"/>
                      <a:pt x="518094" y="782027"/>
                      <a:pt x="512950" y="786123"/>
                    </a:cubicBezTo>
                    <a:lnTo>
                      <a:pt x="489519" y="805554"/>
                    </a:lnTo>
                    <a:lnTo>
                      <a:pt x="489519" y="805554"/>
                    </a:lnTo>
                    <a:lnTo>
                      <a:pt x="489328" y="805649"/>
                    </a:lnTo>
                    <a:cubicBezTo>
                      <a:pt x="472278" y="819460"/>
                      <a:pt x="452943" y="826794"/>
                      <a:pt x="434655" y="828318"/>
                    </a:cubicBezTo>
                    <a:cubicBezTo>
                      <a:pt x="422653" y="829271"/>
                      <a:pt x="410937" y="827747"/>
                      <a:pt x="400460" y="823842"/>
                    </a:cubicBezTo>
                    <a:cubicBezTo>
                      <a:pt x="389601" y="819746"/>
                      <a:pt x="380076" y="813174"/>
                      <a:pt x="372837" y="804220"/>
                    </a:cubicBezTo>
                    <a:cubicBezTo>
                      <a:pt x="365027" y="794600"/>
                      <a:pt x="359979" y="782313"/>
                      <a:pt x="358740" y="767739"/>
                    </a:cubicBezTo>
                    <a:lnTo>
                      <a:pt x="358836" y="767739"/>
                    </a:lnTo>
                    <a:cubicBezTo>
                      <a:pt x="358550" y="764310"/>
                      <a:pt x="359598" y="760691"/>
                      <a:pt x="361979" y="757833"/>
                    </a:cubicBezTo>
                    <a:lnTo>
                      <a:pt x="436655" y="668965"/>
                    </a:lnTo>
                    <a:cubicBezTo>
                      <a:pt x="420939" y="668775"/>
                      <a:pt x="407032" y="670870"/>
                      <a:pt x="393983" y="674966"/>
                    </a:cubicBezTo>
                    <a:cubicBezTo>
                      <a:pt x="374076" y="681157"/>
                      <a:pt x="355502" y="692016"/>
                      <a:pt x="335118" y="705827"/>
                    </a:cubicBezTo>
                    <a:cubicBezTo>
                      <a:pt x="332832" y="707637"/>
                      <a:pt x="329880" y="708780"/>
                      <a:pt x="326641" y="708780"/>
                    </a:cubicBezTo>
                    <a:lnTo>
                      <a:pt x="240440" y="708780"/>
                    </a:lnTo>
                    <a:lnTo>
                      <a:pt x="240440" y="871276"/>
                    </a:lnTo>
                    <a:lnTo>
                      <a:pt x="240821" y="975194"/>
                    </a:lnTo>
                    <a:lnTo>
                      <a:pt x="290827" y="975194"/>
                    </a:lnTo>
                    <a:lnTo>
                      <a:pt x="290827" y="975194"/>
                    </a:lnTo>
                    <a:cubicBezTo>
                      <a:pt x="295590" y="975194"/>
                      <a:pt x="300162" y="977670"/>
                      <a:pt x="302733" y="982052"/>
                    </a:cubicBezTo>
                    <a:lnTo>
                      <a:pt x="364836" y="1090446"/>
                    </a:lnTo>
                    <a:cubicBezTo>
                      <a:pt x="373885" y="1106258"/>
                      <a:pt x="381886" y="1119879"/>
                      <a:pt x="391983" y="1128927"/>
                    </a:cubicBezTo>
                    <a:cubicBezTo>
                      <a:pt x="401412" y="1137309"/>
                      <a:pt x="413700" y="1142548"/>
                      <a:pt x="432654" y="1143120"/>
                    </a:cubicBezTo>
                    <a:cubicBezTo>
                      <a:pt x="439798" y="1143310"/>
                      <a:pt x="446561" y="1142072"/>
                      <a:pt x="453038" y="1139405"/>
                    </a:cubicBezTo>
                    <a:cubicBezTo>
                      <a:pt x="457038" y="1137786"/>
                      <a:pt x="460944" y="1135595"/>
                      <a:pt x="464754" y="1132737"/>
                    </a:cubicBezTo>
                    <a:lnTo>
                      <a:pt x="424463" y="1057395"/>
                    </a:lnTo>
                    <a:cubicBezTo>
                      <a:pt x="420939" y="1050727"/>
                      <a:pt x="423415" y="1042440"/>
                      <a:pt x="430083" y="1038916"/>
                    </a:cubicBezTo>
                    <a:cubicBezTo>
                      <a:pt x="436750" y="1035392"/>
                      <a:pt x="445037" y="1037868"/>
                      <a:pt x="448561" y="1044536"/>
                    </a:cubicBezTo>
                    <a:lnTo>
                      <a:pt x="492376" y="1126451"/>
                    </a:lnTo>
                    <a:cubicBezTo>
                      <a:pt x="508664" y="1134738"/>
                      <a:pt x="523428" y="1137309"/>
                      <a:pt x="536763" y="1134452"/>
                    </a:cubicBezTo>
                    <a:cubicBezTo>
                      <a:pt x="548955" y="1131785"/>
                      <a:pt x="560385" y="1124546"/>
                      <a:pt x="571148" y="1112735"/>
                    </a:cubicBezTo>
                    <a:lnTo>
                      <a:pt x="508092" y="1013675"/>
                    </a:lnTo>
                    <a:cubicBezTo>
                      <a:pt x="503997" y="1007293"/>
                      <a:pt x="505902" y="998911"/>
                      <a:pt x="512283" y="994815"/>
                    </a:cubicBezTo>
                    <a:cubicBezTo>
                      <a:pt x="518665" y="990720"/>
                      <a:pt x="527047" y="992625"/>
                      <a:pt x="531143" y="999006"/>
                    </a:cubicBezTo>
                    <a:lnTo>
                      <a:pt x="597627" y="1103400"/>
                    </a:lnTo>
                    <a:cubicBezTo>
                      <a:pt x="609248" y="1108163"/>
                      <a:pt x="620487" y="1109211"/>
                      <a:pt x="631155" y="1106258"/>
                    </a:cubicBezTo>
                    <a:cubicBezTo>
                      <a:pt x="641347" y="1103496"/>
                      <a:pt x="651539" y="1096923"/>
                      <a:pt x="661731" y="1086351"/>
                    </a:cubicBezTo>
                    <a:lnTo>
                      <a:pt x="601533" y="972908"/>
                    </a:lnTo>
                    <a:cubicBezTo>
                      <a:pt x="598008" y="966240"/>
                      <a:pt x="600485" y="957954"/>
                      <a:pt x="607248" y="954334"/>
                    </a:cubicBezTo>
                    <a:cubicBezTo>
                      <a:pt x="613915" y="950810"/>
                      <a:pt x="622202" y="953286"/>
                      <a:pt x="625821" y="960049"/>
                    </a:cubicBezTo>
                    <a:lnTo>
                      <a:pt x="688115" y="1077397"/>
                    </a:lnTo>
                    <a:cubicBezTo>
                      <a:pt x="696211" y="1082064"/>
                      <a:pt x="705641" y="1083303"/>
                      <a:pt x="714594" y="1081874"/>
                    </a:cubicBezTo>
                    <a:cubicBezTo>
                      <a:pt x="722500" y="1080540"/>
                      <a:pt x="730025" y="1077207"/>
                      <a:pt x="736311" y="1072254"/>
                    </a:cubicBezTo>
                    <a:cubicBezTo>
                      <a:pt x="742312" y="1067491"/>
                      <a:pt x="746979" y="1061300"/>
                      <a:pt x="749265" y="1054251"/>
                    </a:cubicBezTo>
                    <a:cubicBezTo>
                      <a:pt x="751742" y="1046631"/>
                      <a:pt x="751551" y="1037773"/>
                      <a:pt x="747456" y="1028058"/>
                    </a:cubicBezTo>
                    <a:lnTo>
                      <a:pt x="742026" y="1018818"/>
                    </a:lnTo>
                    <a:lnTo>
                      <a:pt x="742026" y="1018818"/>
                    </a:lnTo>
                    <a:lnTo>
                      <a:pt x="742026" y="1018818"/>
                    </a:lnTo>
                    <a:close/>
                    <a:moveTo>
                      <a:pt x="760124" y="995006"/>
                    </a:moveTo>
                    <a:lnTo>
                      <a:pt x="805749" y="995006"/>
                    </a:lnTo>
                    <a:lnTo>
                      <a:pt x="805749" y="708780"/>
                    </a:lnTo>
                    <a:cubicBezTo>
                      <a:pt x="805749" y="708399"/>
                      <a:pt x="805749" y="708018"/>
                      <a:pt x="805749" y="707732"/>
                    </a:cubicBezTo>
                    <a:cubicBezTo>
                      <a:pt x="805749" y="703255"/>
                      <a:pt x="806034" y="699064"/>
                      <a:pt x="806606" y="695064"/>
                    </a:cubicBezTo>
                    <a:lnTo>
                      <a:pt x="760219" y="664107"/>
                    </a:lnTo>
                    <a:cubicBezTo>
                      <a:pt x="759933" y="663917"/>
                      <a:pt x="759743" y="663726"/>
                      <a:pt x="759457" y="663536"/>
                    </a:cubicBezTo>
                    <a:cubicBezTo>
                      <a:pt x="753456" y="659440"/>
                      <a:pt x="746217" y="654392"/>
                      <a:pt x="738883" y="649344"/>
                    </a:cubicBezTo>
                    <a:cubicBezTo>
                      <a:pt x="712499" y="630865"/>
                      <a:pt x="685353" y="611815"/>
                      <a:pt x="656111" y="604195"/>
                    </a:cubicBezTo>
                    <a:cubicBezTo>
                      <a:pt x="640299" y="600004"/>
                      <a:pt x="622011" y="597242"/>
                      <a:pt x="603438" y="596956"/>
                    </a:cubicBezTo>
                    <a:cubicBezTo>
                      <a:pt x="587150" y="596670"/>
                      <a:pt x="570576" y="598194"/>
                      <a:pt x="554955" y="602195"/>
                    </a:cubicBezTo>
                    <a:cubicBezTo>
                      <a:pt x="545621" y="604576"/>
                      <a:pt x="536667" y="607910"/>
                      <a:pt x="528285" y="612387"/>
                    </a:cubicBezTo>
                    <a:cubicBezTo>
                      <a:pt x="520856" y="616292"/>
                      <a:pt x="513903" y="621150"/>
                      <a:pt x="507807" y="626865"/>
                    </a:cubicBezTo>
                    <a:lnTo>
                      <a:pt x="476660" y="663917"/>
                    </a:lnTo>
                    <a:cubicBezTo>
                      <a:pt x="475707" y="665727"/>
                      <a:pt x="474374" y="667346"/>
                      <a:pt x="472755" y="668584"/>
                    </a:cubicBezTo>
                    <a:lnTo>
                      <a:pt x="386839" y="770597"/>
                    </a:lnTo>
                    <a:cubicBezTo>
                      <a:pt x="388077" y="777074"/>
                      <a:pt x="390649" y="782598"/>
                      <a:pt x="394173" y="786980"/>
                    </a:cubicBezTo>
                    <a:cubicBezTo>
                      <a:pt x="398269" y="792028"/>
                      <a:pt x="403698" y="795838"/>
                      <a:pt x="409985" y="798124"/>
                    </a:cubicBezTo>
                    <a:cubicBezTo>
                      <a:pt x="416652" y="800601"/>
                      <a:pt x="424272" y="801553"/>
                      <a:pt x="432369" y="800886"/>
                    </a:cubicBezTo>
                    <a:cubicBezTo>
                      <a:pt x="445513" y="799839"/>
                      <a:pt x="459420" y="794409"/>
                      <a:pt x="471993" y="784313"/>
                    </a:cubicBezTo>
                    <a:lnTo>
                      <a:pt x="471993" y="784313"/>
                    </a:lnTo>
                    <a:lnTo>
                      <a:pt x="495424" y="764882"/>
                    </a:lnTo>
                    <a:cubicBezTo>
                      <a:pt x="501425" y="759929"/>
                      <a:pt x="506473" y="755357"/>
                      <a:pt x="511426" y="750785"/>
                    </a:cubicBezTo>
                    <a:cubicBezTo>
                      <a:pt x="522475" y="740688"/>
                      <a:pt x="533429" y="730687"/>
                      <a:pt x="544954" y="723829"/>
                    </a:cubicBezTo>
                    <a:cubicBezTo>
                      <a:pt x="571719" y="707922"/>
                      <a:pt x="598294" y="707351"/>
                      <a:pt x="624678" y="751547"/>
                    </a:cubicBezTo>
                    <a:lnTo>
                      <a:pt x="624964" y="752023"/>
                    </a:lnTo>
                    <a:lnTo>
                      <a:pt x="760124" y="995006"/>
                    </a:lnTo>
                    <a:lnTo>
                      <a:pt x="760124" y="995006"/>
                    </a:lnTo>
                    <a:lnTo>
                      <a:pt x="760124" y="995006"/>
                    </a:lnTo>
                    <a:close/>
                    <a:moveTo>
                      <a:pt x="810797" y="1022438"/>
                    </a:moveTo>
                    <a:lnTo>
                      <a:pt x="774316" y="1022438"/>
                    </a:lnTo>
                    <a:cubicBezTo>
                      <a:pt x="779269" y="1036821"/>
                      <a:pt x="778983" y="1050537"/>
                      <a:pt x="775078" y="1062633"/>
                    </a:cubicBezTo>
                    <a:cubicBezTo>
                      <a:pt x="771078" y="1075111"/>
                      <a:pt x="763172" y="1085684"/>
                      <a:pt x="753171" y="1093685"/>
                    </a:cubicBezTo>
                    <a:cubicBezTo>
                      <a:pt x="743360" y="1101495"/>
                      <a:pt x="731358" y="1106829"/>
                      <a:pt x="718881" y="1108830"/>
                    </a:cubicBezTo>
                    <a:cubicBezTo>
                      <a:pt x="706593" y="1110830"/>
                      <a:pt x="693830" y="1109782"/>
                      <a:pt x="681924" y="1104829"/>
                    </a:cubicBezTo>
                    <a:cubicBezTo>
                      <a:pt x="668112" y="1119307"/>
                      <a:pt x="653539" y="1128451"/>
                      <a:pt x="638299" y="1132642"/>
                    </a:cubicBezTo>
                    <a:cubicBezTo>
                      <a:pt x="623059" y="1136833"/>
                      <a:pt x="607533" y="1135976"/>
                      <a:pt x="591912" y="1130547"/>
                    </a:cubicBezTo>
                    <a:cubicBezTo>
                      <a:pt x="577053" y="1147025"/>
                      <a:pt x="560670" y="1157312"/>
                      <a:pt x="542573" y="1161217"/>
                    </a:cubicBezTo>
                    <a:cubicBezTo>
                      <a:pt x="524190" y="1165218"/>
                      <a:pt x="504568" y="1162455"/>
                      <a:pt x="483804" y="1152645"/>
                    </a:cubicBezTo>
                    <a:cubicBezTo>
                      <a:pt x="477327" y="1157693"/>
                      <a:pt x="470564" y="1161693"/>
                      <a:pt x="463515" y="1164646"/>
                    </a:cubicBezTo>
                    <a:cubicBezTo>
                      <a:pt x="453514" y="1168837"/>
                      <a:pt x="443037" y="1170742"/>
                      <a:pt x="431988" y="1170361"/>
                    </a:cubicBezTo>
                    <a:cubicBezTo>
                      <a:pt x="405699" y="1169599"/>
                      <a:pt x="387982" y="1161789"/>
                      <a:pt x="373885" y="1149216"/>
                    </a:cubicBezTo>
                    <a:cubicBezTo>
                      <a:pt x="360455" y="1137214"/>
                      <a:pt x="351406" y="1121784"/>
                      <a:pt x="341214" y="1103972"/>
                    </a:cubicBezTo>
                    <a:lnTo>
                      <a:pt x="283017" y="1002531"/>
                    </a:lnTo>
                    <a:lnTo>
                      <a:pt x="237868" y="1002531"/>
                    </a:lnTo>
                    <a:cubicBezTo>
                      <a:pt x="235296" y="1015675"/>
                      <a:pt x="230724" y="1026724"/>
                      <a:pt x="223866" y="1035582"/>
                    </a:cubicBezTo>
                    <a:cubicBezTo>
                      <a:pt x="212341" y="1050441"/>
                      <a:pt x="195482" y="1058252"/>
                      <a:pt x="172146" y="1057776"/>
                    </a:cubicBezTo>
                    <a:cubicBezTo>
                      <a:pt x="171860" y="1057776"/>
                      <a:pt x="171669" y="1057776"/>
                      <a:pt x="171384" y="1057776"/>
                    </a:cubicBezTo>
                    <a:lnTo>
                      <a:pt x="94041" y="1057776"/>
                    </a:lnTo>
                    <a:cubicBezTo>
                      <a:pt x="74610" y="1060919"/>
                      <a:pt x="57846" y="1056156"/>
                      <a:pt x="44796" y="1041012"/>
                    </a:cubicBezTo>
                    <a:cubicBezTo>
                      <a:pt x="33176" y="1027581"/>
                      <a:pt x="25270" y="1005864"/>
                      <a:pt x="21936" y="973860"/>
                    </a:cubicBezTo>
                    <a:cubicBezTo>
                      <a:pt x="21841" y="973479"/>
                      <a:pt x="21841" y="973098"/>
                      <a:pt x="21746" y="972717"/>
                    </a:cubicBezTo>
                    <a:lnTo>
                      <a:pt x="1458" y="720781"/>
                    </a:lnTo>
                    <a:cubicBezTo>
                      <a:pt x="-2543" y="693540"/>
                      <a:pt x="1839" y="674394"/>
                      <a:pt x="12792" y="661250"/>
                    </a:cubicBezTo>
                    <a:cubicBezTo>
                      <a:pt x="23841" y="648010"/>
                      <a:pt x="40415" y="642009"/>
                      <a:pt x="60894" y="641057"/>
                    </a:cubicBezTo>
                    <a:cubicBezTo>
                      <a:pt x="61465" y="640962"/>
                      <a:pt x="62037" y="640962"/>
                      <a:pt x="62608" y="640962"/>
                    </a:cubicBezTo>
                    <a:lnTo>
                      <a:pt x="166716" y="640962"/>
                    </a:lnTo>
                    <a:lnTo>
                      <a:pt x="166716" y="641057"/>
                    </a:lnTo>
                    <a:cubicBezTo>
                      <a:pt x="186338" y="640866"/>
                      <a:pt x="203292" y="644105"/>
                      <a:pt x="216151" y="652392"/>
                    </a:cubicBezTo>
                    <a:cubicBezTo>
                      <a:pt x="226438" y="659059"/>
                      <a:pt x="233868" y="668489"/>
                      <a:pt x="237678" y="681252"/>
                    </a:cubicBezTo>
                    <a:lnTo>
                      <a:pt x="322450" y="681252"/>
                    </a:lnTo>
                    <a:cubicBezTo>
                      <a:pt x="343786" y="666870"/>
                      <a:pt x="363693" y="655630"/>
                      <a:pt x="385791" y="648677"/>
                    </a:cubicBezTo>
                    <a:cubicBezTo>
                      <a:pt x="407413" y="641914"/>
                      <a:pt x="430654" y="639533"/>
                      <a:pt x="458467" y="642867"/>
                    </a:cubicBezTo>
                    <a:lnTo>
                      <a:pt x="486852" y="609053"/>
                    </a:lnTo>
                    <a:cubicBezTo>
                      <a:pt x="487328" y="608386"/>
                      <a:pt x="487899" y="607719"/>
                      <a:pt x="488566" y="607148"/>
                    </a:cubicBezTo>
                    <a:cubicBezTo>
                      <a:pt x="496662" y="599528"/>
                      <a:pt x="505711" y="593146"/>
                      <a:pt x="515427" y="588003"/>
                    </a:cubicBezTo>
                    <a:cubicBezTo>
                      <a:pt x="525618" y="582573"/>
                      <a:pt x="536667" y="578478"/>
                      <a:pt x="548002" y="575525"/>
                    </a:cubicBezTo>
                    <a:cubicBezTo>
                      <a:pt x="566100" y="570858"/>
                      <a:pt x="585245" y="569048"/>
                      <a:pt x="603819" y="569429"/>
                    </a:cubicBezTo>
                    <a:cubicBezTo>
                      <a:pt x="624869" y="569810"/>
                      <a:pt x="645348" y="572953"/>
                      <a:pt x="663064" y="577525"/>
                    </a:cubicBezTo>
                    <a:cubicBezTo>
                      <a:pt x="696878" y="586383"/>
                      <a:pt x="726120" y="606862"/>
                      <a:pt x="754504" y="626769"/>
                    </a:cubicBezTo>
                    <a:cubicBezTo>
                      <a:pt x="760886" y="631246"/>
                      <a:pt x="767077" y="635628"/>
                      <a:pt x="774602" y="640581"/>
                    </a:cubicBezTo>
                    <a:cubicBezTo>
                      <a:pt x="774888" y="640771"/>
                      <a:pt x="775078" y="640866"/>
                      <a:pt x="775364" y="641057"/>
                    </a:cubicBezTo>
                    <a:lnTo>
                      <a:pt x="816512" y="668489"/>
                    </a:lnTo>
                    <a:cubicBezTo>
                      <a:pt x="818607" y="665631"/>
                      <a:pt x="820989" y="662964"/>
                      <a:pt x="823656" y="660583"/>
                    </a:cubicBezTo>
                    <a:cubicBezTo>
                      <a:pt x="835467" y="650010"/>
                      <a:pt x="852326" y="644772"/>
                      <a:pt x="873948" y="644772"/>
                    </a:cubicBezTo>
                    <a:lnTo>
                      <a:pt x="873948" y="644676"/>
                    </a:lnTo>
                    <a:lnTo>
                      <a:pt x="969769" y="644676"/>
                    </a:lnTo>
                    <a:cubicBezTo>
                      <a:pt x="970150" y="644676"/>
                      <a:pt x="970531" y="644676"/>
                      <a:pt x="970912" y="644772"/>
                    </a:cubicBezTo>
                    <a:cubicBezTo>
                      <a:pt x="995487" y="644676"/>
                      <a:pt x="1015394" y="649153"/>
                      <a:pt x="1029205" y="659821"/>
                    </a:cubicBezTo>
                    <a:cubicBezTo>
                      <a:pt x="1044636" y="671632"/>
                      <a:pt x="1051779" y="689730"/>
                      <a:pt x="1048731" y="715638"/>
                    </a:cubicBezTo>
                    <a:cubicBezTo>
                      <a:pt x="1048731" y="715828"/>
                      <a:pt x="1048636" y="716114"/>
                      <a:pt x="1048636" y="716304"/>
                    </a:cubicBezTo>
                    <a:lnTo>
                      <a:pt x="1022823" y="983766"/>
                    </a:lnTo>
                    <a:lnTo>
                      <a:pt x="1022823" y="983766"/>
                    </a:lnTo>
                    <a:cubicBezTo>
                      <a:pt x="1020918" y="1007674"/>
                      <a:pt x="1014537" y="1026438"/>
                      <a:pt x="1003297" y="1039392"/>
                    </a:cubicBezTo>
                    <a:cubicBezTo>
                      <a:pt x="991296" y="1053204"/>
                      <a:pt x="974627" y="1060062"/>
                      <a:pt x="952719" y="1059109"/>
                    </a:cubicBezTo>
                    <a:lnTo>
                      <a:pt x="952719" y="1059109"/>
                    </a:lnTo>
                    <a:lnTo>
                      <a:pt x="867566" y="1059109"/>
                    </a:lnTo>
                    <a:cubicBezTo>
                      <a:pt x="852802" y="1059871"/>
                      <a:pt x="840324" y="1055871"/>
                      <a:pt x="829847" y="1047489"/>
                    </a:cubicBezTo>
                    <a:cubicBezTo>
                      <a:pt x="822227" y="1041393"/>
                      <a:pt x="815845" y="1033011"/>
                      <a:pt x="810797" y="1022438"/>
                    </a:cubicBezTo>
                    <a:lnTo>
                      <a:pt x="810797" y="1022438"/>
                    </a:lnTo>
                    <a:lnTo>
                      <a:pt x="810797" y="1022438"/>
                    </a:lnTo>
                    <a:close/>
                    <a:moveTo>
                      <a:pt x="119568" y="918520"/>
                    </a:moveTo>
                    <a:cubicBezTo>
                      <a:pt x="129759" y="918520"/>
                      <a:pt x="138046" y="926807"/>
                      <a:pt x="138046" y="936999"/>
                    </a:cubicBezTo>
                    <a:cubicBezTo>
                      <a:pt x="138046" y="947190"/>
                      <a:pt x="129759" y="955477"/>
                      <a:pt x="119568" y="955477"/>
                    </a:cubicBezTo>
                    <a:cubicBezTo>
                      <a:pt x="109376" y="955477"/>
                      <a:pt x="101089" y="947190"/>
                      <a:pt x="101089" y="936999"/>
                    </a:cubicBezTo>
                    <a:cubicBezTo>
                      <a:pt x="101089" y="926807"/>
                      <a:pt x="109376" y="918520"/>
                      <a:pt x="119568" y="918520"/>
                    </a:cubicBezTo>
                    <a:lnTo>
                      <a:pt x="119568" y="918520"/>
                    </a:lnTo>
                    <a:close/>
                    <a:moveTo>
                      <a:pt x="926240" y="918520"/>
                    </a:moveTo>
                    <a:cubicBezTo>
                      <a:pt x="936432" y="918520"/>
                      <a:pt x="944718" y="926807"/>
                      <a:pt x="944718" y="936999"/>
                    </a:cubicBezTo>
                    <a:cubicBezTo>
                      <a:pt x="944718" y="947190"/>
                      <a:pt x="936432" y="955477"/>
                      <a:pt x="926240" y="955477"/>
                    </a:cubicBezTo>
                    <a:cubicBezTo>
                      <a:pt x="916048" y="955477"/>
                      <a:pt x="907761" y="947190"/>
                      <a:pt x="907761" y="936999"/>
                    </a:cubicBezTo>
                    <a:cubicBezTo>
                      <a:pt x="907761" y="926807"/>
                      <a:pt x="916048" y="918520"/>
                      <a:pt x="926240" y="918520"/>
                    </a:cubicBezTo>
                    <a:lnTo>
                      <a:pt x="926240" y="918520"/>
                    </a:lnTo>
                    <a:close/>
                    <a:moveTo>
                      <a:pt x="213103" y="839558"/>
                    </a:moveTo>
                    <a:lnTo>
                      <a:pt x="212627" y="694968"/>
                    </a:lnTo>
                    <a:cubicBezTo>
                      <a:pt x="212627" y="694683"/>
                      <a:pt x="212627" y="694397"/>
                      <a:pt x="212627" y="694111"/>
                    </a:cubicBezTo>
                    <a:cubicBezTo>
                      <a:pt x="211103" y="685062"/>
                      <a:pt x="207198" y="679062"/>
                      <a:pt x="201387" y="675252"/>
                    </a:cubicBezTo>
                    <a:cubicBezTo>
                      <a:pt x="193482" y="670108"/>
                      <a:pt x="181575" y="668108"/>
                      <a:pt x="166907" y="668298"/>
                    </a:cubicBezTo>
                    <a:lnTo>
                      <a:pt x="166716" y="668298"/>
                    </a:lnTo>
                    <a:lnTo>
                      <a:pt x="166716" y="668394"/>
                    </a:lnTo>
                    <a:lnTo>
                      <a:pt x="62703" y="668394"/>
                    </a:lnTo>
                    <a:cubicBezTo>
                      <a:pt x="62513" y="668394"/>
                      <a:pt x="62322" y="668394"/>
                      <a:pt x="62132" y="668394"/>
                    </a:cubicBezTo>
                    <a:cubicBezTo>
                      <a:pt x="49273" y="668965"/>
                      <a:pt x="39367" y="672108"/>
                      <a:pt x="33843" y="678776"/>
                    </a:cubicBezTo>
                    <a:cubicBezTo>
                      <a:pt x="27937" y="685824"/>
                      <a:pt x="25842" y="698112"/>
                      <a:pt x="28699" y="717162"/>
                    </a:cubicBezTo>
                    <a:cubicBezTo>
                      <a:pt x="28794" y="717543"/>
                      <a:pt x="28794" y="717924"/>
                      <a:pt x="28794" y="718305"/>
                    </a:cubicBezTo>
                    <a:lnTo>
                      <a:pt x="49178" y="970527"/>
                    </a:lnTo>
                    <a:lnTo>
                      <a:pt x="49178" y="971003"/>
                    </a:lnTo>
                    <a:cubicBezTo>
                      <a:pt x="51940" y="997101"/>
                      <a:pt x="57560" y="1013865"/>
                      <a:pt x="65561" y="1023105"/>
                    </a:cubicBezTo>
                    <a:cubicBezTo>
                      <a:pt x="71847" y="1030439"/>
                      <a:pt x="80515" y="1032534"/>
                      <a:pt x="90802" y="1030629"/>
                    </a:cubicBezTo>
                    <a:cubicBezTo>
                      <a:pt x="91564" y="1030439"/>
                      <a:pt x="92421" y="1030439"/>
                      <a:pt x="93183" y="1030439"/>
                    </a:cubicBezTo>
                    <a:lnTo>
                      <a:pt x="93183" y="1030344"/>
                    </a:lnTo>
                    <a:lnTo>
                      <a:pt x="171288" y="1030344"/>
                    </a:lnTo>
                    <a:cubicBezTo>
                      <a:pt x="171765" y="1030344"/>
                      <a:pt x="172241" y="1030344"/>
                      <a:pt x="172717" y="1030439"/>
                    </a:cubicBezTo>
                    <a:cubicBezTo>
                      <a:pt x="186528" y="1030629"/>
                      <a:pt x="196053" y="1026534"/>
                      <a:pt x="202054" y="1018818"/>
                    </a:cubicBezTo>
                    <a:cubicBezTo>
                      <a:pt x="209103" y="1009770"/>
                      <a:pt x="212436" y="995577"/>
                      <a:pt x="213008" y="977289"/>
                    </a:cubicBezTo>
                    <a:lnTo>
                      <a:pt x="213008" y="977289"/>
                    </a:lnTo>
                    <a:lnTo>
                      <a:pt x="213103" y="839558"/>
                    </a:lnTo>
                    <a:lnTo>
                      <a:pt x="213103" y="839558"/>
                    </a:lnTo>
                    <a:lnTo>
                      <a:pt x="213103" y="83955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6350" cap="flat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E32B293B-56C2-CB37-EE16-B74A7B248F89}"/>
                  </a:ext>
                </a:extLst>
              </p:cNvPr>
              <p:cNvSpPr txBox="1"/>
              <p:nvPr/>
            </p:nvSpPr>
            <p:spPr>
              <a:xfrm>
                <a:off x="7864840" y="1833349"/>
                <a:ext cx="189458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Construction and real estate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207F00D9-83F0-ED5E-553B-6D8AA67EFA0C}"/>
                </a:ext>
              </a:extLst>
            </p:cNvPr>
            <p:cNvGrpSpPr/>
            <p:nvPr/>
          </p:nvGrpSpPr>
          <p:grpSpPr>
            <a:xfrm>
              <a:off x="663272" y="2652104"/>
              <a:ext cx="1894428" cy="338250"/>
              <a:chOff x="600755" y="2472928"/>
              <a:chExt cx="1894428" cy="338250"/>
            </a:xfrm>
          </p:grpSpPr>
          <p:sp>
            <p:nvSpPr>
              <p:cNvPr id="110" name="Graphic 108">
                <a:extLst>
                  <a:ext uri="{FF2B5EF4-FFF2-40B4-BE49-F238E27FC236}">
                    <a16:creationId xmlns:a16="http://schemas.microsoft.com/office/drawing/2014/main" id="{9105ECC8-1393-64AB-10AA-50EFA481F5D1}"/>
                  </a:ext>
                </a:extLst>
              </p:cNvPr>
              <p:cNvSpPr/>
              <p:nvPr/>
            </p:nvSpPr>
            <p:spPr>
              <a:xfrm>
                <a:off x="600755" y="2472928"/>
                <a:ext cx="309836" cy="338250"/>
              </a:xfrm>
              <a:custGeom>
                <a:avLst/>
                <a:gdLst>
                  <a:gd name="csX0" fmla="*/ 197405 w 346812"/>
                  <a:gd name="csY0" fmla="*/ 378617 h 378616"/>
                  <a:gd name="csX1" fmla="*/ 115578 w 346812"/>
                  <a:gd name="csY1" fmla="*/ 231311 h 378616"/>
                  <a:gd name="csX2" fmla="*/ 173386 w 346812"/>
                  <a:gd name="csY2" fmla="*/ 173483 h 378616"/>
                  <a:gd name="csX3" fmla="*/ 231195 w 346812"/>
                  <a:gd name="csY3" fmla="*/ 231311 h 378616"/>
                  <a:gd name="csX4" fmla="*/ 289004 w 346812"/>
                  <a:gd name="csY4" fmla="*/ 289139 h 378616"/>
                  <a:gd name="csX5" fmla="*/ 346812 w 346812"/>
                  <a:gd name="csY5" fmla="*/ 231311 h 378616"/>
                  <a:gd name="csX6" fmla="*/ 173405 w 346812"/>
                  <a:gd name="csY6" fmla="*/ 57828 h 378616"/>
                  <a:gd name="csX7" fmla="*/ 0 w 346812"/>
                  <a:gd name="csY7" fmla="*/ 231311 h 378616"/>
                  <a:gd name="csX8" fmla="*/ 6785 w 346812"/>
                  <a:gd name="csY8" fmla="*/ 293514 h 378616"/>
                  <a:gd name="csX9" fmla="*/ 99544 w 346812"/>
                  <a:gd name="csY9" fmla="*/ 363872 h 378616"/>
                  <a:gd name="csX10" fmla="*/ 57754 w 346812"/>
                  <a:gd name="csY10" fmla="*/ 231311 h 378616"/>
                  <a:gd name="csX11" fmla="*/ 173352 w 346812"/>
                  <a:gd name="csY11" fmla="*/ 115656 h 378616"/>
                  <a:gd name="csX12" fmla="*/ 288949 w 346812"/>
                  <a:gd name="csY12" fmla="*/ 231311 h 378616"/>
                  <a:gd name="csX13" fmla="*/ 295215 w 346812"/>
                  <a:gd name="csY13" fmla="*/ 346659 h 378616"/>
                  <a:gd name="csX14" fmla="*/ 288989 w 346812"/>
                  <a:gd name="csY14" fmla="*/ 346968 h 378616"/>
                  <a:gd name="csX15" fmla="*/ 173392 w 346812"/>
                  <a:gd name="csY15" fmla="*/ 231313 h 378616"/>
                  <a:gd name="csX16" fmla="*/ 334775 w 346812"/>
                  <a:gd name="csY16" fmla="*/ 73133 h 378616"/>
                  <a:gd name="csX17" fmla="*/ 173378 w 346812"/>
                  <a:gd name="csY17" fmla="*/ 0 h 378616"/>
                  <a:gd name="csX18" fmla="*/ 11980 w 346812"/>
                  <a:gd name="csY18" fmla="*/ 73133 h 378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346812" h="378616">
                    <a:moveTo>
                      <a:pt x="197405" y="378617"/>
                    </a:moveTo>
                    <a:cubicBezTo>
                      <a:pt x="148290" y="347989"/>
                      <a:pt x="115578" y="293476"/>
                      <a:pt x="115578" y="231311"/>
                    </a:cubicBezTo>
                    <a:cubicBezTo>
                      <a:pt x="115578" y="199370"/>
                      <a:pt x="141466" y="173483"/>
                      <a:pt x="173386" y="173483"/>
                    </a:cubicBezTo>
                    <a:cubicBezTo>
                      <a:pt x="205308" y="173483"/>
                      <a:pt x="231195" y="199370"/>
                      <a:pt x="231195" y="231311"/>
                    </a:cubicBezTo>
                    <a:cubicBezTo>
                      <a:pt x="231195" y="263252"/>
                      <a:pt x="257082" y="289139"/>
                      <a:pt x="289004" y="289139"/>
                    </a:cubicBezTo>
                    <a:cubicBezTo>
                      <a:pt x="320923" y="289139"/>
                      <a:pt x="346812" y="263252"/>
                      <a:pt x="346812" y="231311"/>
                    </a:cubicBezTo>
                    <a:cubicBezTo>
                      <a:pt x="346812" y="135491"/>
                      <a:pt x="269168" y="57828"/>
                      <a:pt x="173405" y="57828"/>
                    </a:cubicBezTo>
                    <a:cubicBezTo>
                      <a:pt x="77643" y="57828"/>
                      <a:pt x="0" y="135491"/>
                      <a:pt x="0" y="231311"/>
                    </a:cubicBezTo>
                    <a:cubicBezTo>
                      <a:pt x="0" y="252669"/>
                      <a:pt x="2390" y="273468"/>
                      <a:pt x="6785" y="293514"/>
                    </a:cubicBezTo>
                    <a:moveTo>
                      <a:pt x="99544" y="363872"/>
                    </a:moveTo>
                    <a:cubicBezTo>
                      <a:pt x="73233" y="326323"/>
                      <a:pt x="57754" y="280639"/>
                      <a:pt x="57754" y="231311"/>
                    </a:cubicBezTo>
                    <a:cubicBezTo>
                      <a:pt x="57754" y="167432"/>
                      <a:pt x="109510" y="115656"/>
                      <a:pt x="173352" y="115656"/>
                    </a:cubicBezTo>
                    <a:cubicBezTo>
                      <a:pt x="237194" y="115656"/>
                      <a:pt x="288949" y="167432"/>
                      <a:pt x="288949" y="231311"/>
                    </a:cubicBezTo>
                    <a:moveTo>
                      <a:pt x="295215" y="346659"/>
                    </a:moveTo>
                    <a:cubicBezTo>
                      <a:pt x="293133" y="346775"/>
                      <a:pt x="291090" y="346968"/>
                      <a:pt x="288989" y="346968"/>
                    </a:cubicBezTo>
                    <a:cubicBezTo>
                      <a:pt x="225148" y="346968"/>
                      <a:pt x="173392" y="295192"/>
                      <a:pt x="173392" y="231313"/>
                    </a:cubicBezTo>
                    <a:moveTo>
                      <a:pt x="334775" y="73133"/>
                    </a:moveTo>
                    <a:cubicBezTo>
                      <a:pt x="295354" y="28355"/>
                      <a:pt x="237720" y="0"/>
                      <a:pt x="173378" y="0"/>
                    </a:cubicBezTo>
                    <a:cubicBezTo>
                      <a:pt x="109034" y="0"/>
                      <a:pt x="51399" y="28355"/>
                      <a:pt x="11980" y="73133"/>
                    </a:cubicBezTo>
                  </a:path>
                </a:pathLst>
              </a:custGeom>
              <a:noFill/>
              <a:ln w="25400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CAFDED-10DE-BDB3-5470-CF672D49506C}"/>
                  </a:ext>
                </a:extLst>
              </p:cNvPr>
              <p:cNvSpPr txBox="1"/>
              <p:nvPr/>
            </p:nvSpPr>
            <p:spPr>
              <a:xfrm>
                <a:off x="1047746" y="2503554"/>
                <a:ext cx="1447437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Defence and security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38DC98ED-D418-F90B-1BB5-582D27C5E0C3}"/>
                </a:ext>
              </a:extLst>
            </p:cNvPr>
            <p:cNvGrpSpPr/>
            <p:nvPr/>
          </p:nvGrpSpPr>
          <p:grpSpPr>
            <a:xfrm>
              <a:off x="4164897" y="2676534"/>
              <a:ext cx="1593142" cy="289390"/>
              <a:chOff x="4003904" y="2543761"/>
              <a:chExt cx="1593142" cy="289390"/>
            </a:xfrm>
          </p:grpSpPr>
          <p:sp>
            <p:nvSpPr>
              <p:cNvPr id="195" name="Graphic 193">
                <a:extLst>
                  <a:ext uri="{FF2B5EF4-FFF2-40B4-BE49-F238E27FC236}">
                    <a16:creationId xmlns:a16="http://schemas.microsoft.com/office/drawing/2014/main" id="{9DFD3ABC-0562-261E-D0CC-00269EBF5730}"/>
                  </a:ext>
                </a:extLst>
              </p:cNvPr>
              <p:cNvSpPr/>
              <p:nvPr/>
            </p:nvSpPr>
            <p:spPr>
              <a:xfrm>
                <a:off x="4003904" y="2543761"/>
                <a:ext cx="341959" cy="289390"/>
              </a:xfrm>
              <a:custGeom>
                <a:avLst/>
                <a:gdLst>
                  <a:gd name="csX0" fmla="*/ 0 w 1170479"/>
                  <a:gd name="csY0" fmla="*/ 131865 h 990543"/>
                  <a:gd name="csX1" fmla="*/ 57436 w 1170479"/>
                  <a:gd name="csY1" fmla="*/ 74429 h 990543"/>
                  <a:gd name="csX2" fmla="*/ 114872 w 1170479"/>
                  <a:gd name="csY2" fmla="*/ 131865 h 990543"/>
                  <a:gd name="csX3" fmla="*/ 114872 w 1170479"/>
                  <a:gd name="csY3" fmla="*/ 875577 h 990543"/>
                  <a:gd name="csX4" fmla="*/ 1112996 w 1170479"/>
                  <a:gd name="csY4" fmla="*/ 875577 h 990543"/>
                  <a:gd name="csX5" fmla="*/ 1170480 w 1170479"/>
                  <a:gd name="csY5" fmla="*/ 933060 h 990543"/>
                  <a:gd name="csX6" fmla="*/ 1112996 w 1170479"/>
                  <a:gd name="csY6" fmla="*/ 990544 h 990543"/>
                  <a:gd name="csX7" fmla="*/ 0 w 1170479"/>
                  <a:gd name="csY7" fmla="*/ 990544 h 990543"/>
                  <a:gd name="csX8" fmla="*/ 0 w 1170479"/>
                  <a:gd name="csY8" fmla="*/ 131865 h 990543"/>
                  <a:gd name="csX9" fmla="*/ 970598 w 1170479"/>
                  <a:gd name="csY9" fmla="*/ 67952 h 990543"/>
                  <a:gd name="csX10" fmla="*/ 942023 w 1170479"/>
                  <a:gd name="csY10" fmla="*/ 30995 h 990543"/>
                  <a:gd name="csX11" fmla="*/ 937927 w 1170479"/>
                  <a:gd name="csY11" fmla="*/ 12993 h 990543"/>
                  <a:gd name="csX12" fmla="*/ 972407 w 1170479"/>
                  <a:gd name="csY12" fmla="*/ 324 h 990543"/>
                  <a:gd name="csX13" fmla="*/ 1101947 w 1170479"/>
                  <a:gd name="csY13" fmla="*/ 8992 h 990543"/>
                  <a:gd name="csX14" fmla="*/ 1121571 w 1170479"/>
                  <a:gd name="csY14" fmla="*/ 27450 h 990543"/>
                  <a:gd name="csX15" fmla="*/ 1120997 w 1170479"/>
                  <a:gd name="csY15" fmla="*/ 32709 h 990543"/>
                  <a:gd name="csX16" fmla="*/ 1099852 w 1170479"/>
                  <a:gd name="csY16" fmla="*/ 166059 h 990543"/>
                  <a:gd name="csX17" fmla="*/ 1079754 w 1170479"/>
                  <a:gd name="csY17" fmla="*/ 193491 h 990543"/>
                  <a:gd name="csX18" fmla="*/ 1063371 w 1170479"/>
                  <a:gd name="csY18" fmla="*/ 185205 h 990543"/>
                  <a:gd name="csX19" fmla="*/ 1034796 w 1170479"/>
                  <a:gd name="csY19" fmla="*/ 148248 h 990543"/>
                  <a:gd name="csX20" fmla="*/ 1023080 w 1170479"/>
                  <a:gd name="csY20" fmla="*/ 133389 h 990543"/>
                  <a:gd name="csX21" fmla="*/ 880015 w 1170479"/>
                  <a:gd name="csY21" fmla="*/ 241878 h 990543"/>
                  <a:gd name="csX22" fmla="*/ 880015 w 1170479"/>
                  <a:gd name="csY22" fmla="*/ 244355 h 990543"/>
                  <a:gd name="csX23" fmla="*/ 793718 w 1170479"/>
                  <a:gd name="csY23" fmla="*/ 330651 h 990543"/>
                  <a:gd name="csX24" fmla="*/ 707422 w 1170479"/>
                  <a:gd name="csY24" fmla="*/ 244355 h 990543"/>
                  <a:gd name="csX25" fmla="*/ 707422 w 1170479"/>
                  <a:gd name="csY25" fmla="*/ 238640 h 990543"/>
                  <a:gd name="csX26" fmla="*/ 607505 w 1170479"/>
                  <a:gd name="csY26" fmla="*/ 166345 h 990543"/>
                  <a:gd name="csX27" fmla="*/ 503396 w 1170479"/>
                  <a:gd name="csY27" fmla="*/ 161773 h 990543"/>
                  <a:gd name="csX28" fmla="*/ 406241 w 1170479"/>
                  <a:gd name="csY28" fmla="*/ 230925 h 990543"/>
                  <a:gd name="csX29" fmla="*/ 409575 w 1170479"/>
                  <a:gd name="csY29" fmla="*/ 253213 h 990543"/>
                  <a:gd name="csX30" fmla="*/ 323416 w 1170479"/>
                  <a:gd name="csY30" fmla="*/ 338502 h 990543"/>
                  <a:gd name="csX31" fmla="*/ 238127 w 1170479"/>
                  <a:gd name="csY31" fmla="*/ 252343 h 990543"/>
                  <a:gd name="csX32" fmla="*/ 324286 w 1170479"/>
                  <a:gd name="csY32" fmla="*/ 167054 h 990543"/>
                  <a:gd name="csX33" fmla="*/ 358235 w 1170479"/>
                  <a:gd name="csY33" fmla="*/ 174251 h 990543"/>
                  <a:gd name="csX34" fmla="*/ 472535 w 1170479"/>
                  <a:gd name="csY34" fmla="*/ 92907 h 990543"/>
                  <a:gd name="csX35" fmla="*/ 566483 w 1170479"/>
                  <a:gd name="csY35" fmla="*/ 15011 h 990543"/>
                  <a:gd name="csX36" fmla="*/ 644557 w 1170479"/>
                  <a:gd name="csY36" fmla="*/ 95098 h 990543"/>
                  <a:gd name="csX37" fmla="*/ 644557 w 1170479"/>
                  <a:gd name="csY37" fmla="*/ 100718 h 990543"/>
                  <a:gd name="csX38" fmla="*/ 744665 w 1170479"/>
                  <a:gd name="csY38" fmla="*/ 173108 h 990543"/>
                  <a:gd name="csX39" fmla="*/ 845153 w 1170479"/>
                  <a:gd name="csY39" fmla="*/ 174537 h 990543"/>
                  <a:gd name="csX40" fmla="*/ 976122 w 1170479"/>
                  <a:gd name="csY40" fmla="*/ 75000 h 990543"/>
                  <a:gd name="csX41" fmla="*/ 970598 w 1170479"/>
                  <a:gd name="csY41" fmla="*/ 67952 h 990543"/>
                  <a:gd name="csX42" fmla="*/ 969740 w 1170479"/>
                  <a:gd name="csY42" fmla="*/ 290647 h 990543"/>
                  <a:gd name="csX43" fmla="*/ 1088708 w 1170479"/>
                  <a:gd name="csY43" fmla="*/ 290647 h 990543"/>
                  <a:gd name="csX44" fmla="*/ 1101185 w 1170479"/>
                  <a:gd name="csY44" fmla="*/ 303029 h 990543"/>
                  <a:gd name="csX45" fmla="*/ 1101185 w 1170479"/>
                  <a:gd name="csY45" fmla="*/ 765373 h 990543"/>
                  <a:gd name="csX46" fmla="*/ 1088708 w 1170479"/>
                  <a:gd name="csY46" fmla="*/ 777850 h 990543"/>
                  <a:gd name="csX47" fmla="*/ 969740 w 1170479"/>
                  <a:gd name="csY47" fmla="*/ 777850 h 990543"/>
                  <a:gd name="csX48" fmla="*/ 957263 w 1170479"/>
                  <a:gd name="csY48" fmla="*/ 765373 h 990543"/>
                  <a:gd name="csX49" fmla="*/ 957263 w 1170479"/>
                  <a:gd name="csY49" fmla="*/ 303029 h 990543"/>
                  <a:gd name="csX50" fmla="*/ 969740 w 1170479"/>
                  <a:gd name="csY50" fmla="*/ 290647 h 990543"/>
                  <a:gd name="csX51" fmla="*/ 734282 w 1170479"/>
                  <a:gd name="csY51" fmla="*/ 449047 h 990543"/>
                  <a:gd name="csX52" fmla="*/ 853250 w 1170479"/>
                  <a:gd name="csY52" fmla="*/ 449047 h 990543"/>
                  <a:gd name="csX53" fmla="*/ 865727 w 1170479"/>
                  <a:gd name="csY53" fmla="*/ 461525 h 990543"/>
                  <a:gd name="csX54" fmla="*/ 865727 w 1170479"/>
                  <a:gd name="csY54" fmla="*/ 765373 h 990543"/>
                  <a:gd name="csX55" fmla="*/ 853250 w 1170479"/>
                  <a:gd name="csY55" fmla="*/ 777850 h 990543"/>
                  <a:gd name="csX56" fmla="*/ 734282 w 1170479"/>
                  <a:gd name="csY56" fmla="*/ 777850 h 990543"/>
                  <a:gd name="csX57" fmla="*/ 721805 w 1170479"/>
                  <a:gd name="csY57" fmla="*/ 765373 h 990543"/>
                  <a:gd name="csX58" fmla="*/ 721805 w 1170479"/>
                  <a:gd name="csY58" fmla="*/ 461525 h 990543"/>
                  <a:gd name="csX59" fmla="*/ 734282 w 1170479"/>
                  <a:gd name="csY59" fmla="*/ 449047 h 990543"/>
                  <a:gd name="csX60" fmla="*/ 498729 w 1170479"/>
                  <a:gd name="csY60" fmla="*/ 290647 h 990543"/>
                  <a:gd name="csX61" fmla="*/ 617792 w 1170479"/>
                  <a:gd name="csY61" fmla="*/ 290647 h 990543"/>
                  <a:gd name="csX62" fmla="*/ 630174 w 1170479"/>
                  <a:gd name="csY62" fmla="*/ 303029 h 990543"/>
                  <a:gd name="csX63" fmla="*/ 630174 w 1170479"/>
                  <a:gd name="csY63" fmla="*/ 765373 h 990543"/>
                  <a:gd name="csX64" fmla="*/ 617792 w 1170479"/>
                  <a:gd name="csY64" fmla="*/ 777850 h 990543"/>
                  <a:gd name="csX65" fmla="*/ 498729 w 1170479"/>
                  <a:gd name="csY65" fmla="*/ 777850 h 990543"/>
                  <a:gd name="csX66" fmla="*/ 486251 w 1170479"/>
                  <a:gd name="csY66" fmla="*/ 765373 h 990543"/>
                  <a:gd name="csX67" fmla="*/ 486251 w 1170479"/>
                  <a:gd name="csY67" fmla="*/ 303029 h 990543"/>
                  <a:gd name="csX68" fmla="*/ 498729 w 1170479"/>
                  <a:gd name="csY68" fmla="*/ 290647 h 990543"/>
                  <a:gd name="csX69" fmla="*/ 263271 w 1170479"/>
                  <a:gd name="csY69" fmla="*/ 474574 h 990543"/>
                  <a:gd name="csX70" fmla="*/ 382238 w 1170479"/>
                  <a:gd name="csY70" fmla="*/ 474574 h 990543"/>
                  <a:gd name="csX71" fmla="*/ 394716 w 1170479"/>
                  <a:gd name="csY71" fmla="*/ 487052 h 990543"/>
                  <a:gd name="csX72" fmla="*/ 394716 w 1170479"/>
                  <a:gd name="csY72" fmla="*/ 765373 h 990543"/>
                  <a:gd name="csX73" fmla="*/ 382238 w 1170479"/>
                  <a:gd name="csY73" fmla="*/ 777850 h 990543"/>
                  <a:gd name="csX74" fmla="*/ 263271 w 1170479"/>
                  <a:gd name="csY74" fmla="*/ 777850 h 990543"/>
                  <a:gd name="csX75" fmla="*/ 250793 w 1170479"/>
                  <a:gd name="csY75" fmla="*/ 765373 h 990543"/>
                  <a:gd name="csX76" fmla="*/ 250793 w 1170479"/>
                  <a:gd name="csY76" fmla="*/ 487052 h 990543"/>
                  <a:gd name="csX77" fmla="*/ 263271 w 1170479"/>
                  <a:gd name="csY77" fmla="*/ 474574 h 9905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</a:cxnLst>
                <a:rect l="l" t="t" r="r" b="b"/>
                <a:pathLst>
                  <a:path w="1170479" h="990543">
                    <a:moveTo>
                      <a:pt x="0" y="131865"/>
                    </a:moveTo>
                    <a:cubicBezTo>
                      <a:pt x="0" y="100144"/>
                      <a:pt x="25715" y="74429"/>
                      <a:pt x="57436" y="74429"/>
                    </a:cubicBezTo>
                    <a:cubicBezTo>
                      <a:pt x="89157" y="74429"/>
                      <a:pt x="114872" y="100144"/>
                      <a:pt x="114872" y="131865"/>
                    </a:cubicBezTo>
                    <a:lnTo>
                      <a:pt x="114872" y="875577"/>
                    </a:lnTo>
                    <a:lnTo>
                      <a:pt x="1112996" y="875577"/>
                    </a:lnTo>
                    <a:cubicBezTo>
                      <a:pt x="1144743" y="875577"/>
                      <a:pt x="1170480" y="901313"/>
                      <a:pt x="1170480" y="933060"/>
                    </a:cubicBezTo>
                    <a:cubicBezTo>
                      <a:pt x="1170480" y="964807"/>
                      <a:pt x="1144743" y="990544"/>
                      <a:pt x="1112996" y="990544"/>
                    </a:cubicBezTo>
                    <a:lnTo>
                      <a:pt x="0" y="990544"/>
                    </a:lnTo>
                    <a:lnTo>
                      <a:pt x="0" y="131865"/>
                    </a:lnTo>
                    <a:close/>
                    <a:moveTo>
                      <a:pt x="970598" y="67952"/>
                    </a:moveTo>
                    <a:lnTo>
                      <a:pt x="942023" y="30995"/>
                    </a:lnTo>
                    <a:cubicBezTo>
                      <a:pt x="937646" y="26101"/>
                      <a:pt x="936099" y="19298"/>
                      <a:pt x="937927" y="12993"/>
                    </a:cubicBezTo>
                    <a:cubicBezTo>
                      <a:pt x="942975" y="-1962"/>
                      <a:pt x="960120" y="-152"/>
                      <a:pt x="972407" y="324"/>
                    </a:cubicBezTo>
                    <a:cubicBezTo>
                      <a:pt x="1007174" y="2801"/>
                      <a:pt x="1084040" y="8325"/>
                      <a:pt x="1101947" y="8992"/>
                    </a:cubicBezTo>
                    <a:cubicBezTo>
                      <a:pt x="1112463" y="8670"/>
                      <a:pt x="1121249" y="16934"/>
                      <a:pt x="1121571" y="27450"/>
                    </a:cubicBezTo>
                    <a:cubicBezTo>
                      <a:pt x="1121625" y="29222"/>
                      <a:pt x="1121432" y="30992"/>
                      <a:pt x="1120997" y="32709"/>
                    </a:cubicBezTo>
                    <a:cubicBezTo>
                      <a:pt x="1117378" y="50807"/>
                      <a:pt x="1105853" y="133198"/>
                      <a:pt x="1099852" y="166059"/>
                    </a:cubicBezTo>
                    <a:cubicBezTo>
                      <a:pt x="1097756" y="177489"/>
                      <a:pt x="1094327" y="192444"/>
                      <a:pt x="1079754" y="193491"/>
                    </a:cubicBezTo>
                    <a:cubicBezTo>
                      <a:pt x="1073234" y="193717"/>
                      <a:pt x="1067053" y="190590"/>
                      <a:pt x="1063371" y="185205"/>
                    </a:cubicBezTo>
                    <a:lnTo>
                      <a:pt x="1034796" y="148248"/>
                    </a:lnTo>
                    <a:lnTo>
                      <a:pt x="1023080" y="133389"/>
                    </a:lnTo>
                    <a:lnTo>
                      <a:pt x="880015" y="241878"/>
                    </a:lnTo>
                    <a:lnTo>
                      <a:pt x="880015" y="244355"/>
                    </a:lnTo>
                    <a:cubicBezTo>
                      <a:pt x="880015" y="292015"/>
                      <a:pt x="841379" y="330651"/>
                      <a:pt x="793718" y="330651"/>
                    </a:cubicBezTo>
                    <a:cubicBezTo>
                      <a:pt x="746058" y="330651"/>
                      <a:pt x="707422" y="292015"/>
                      <a:pt x="707422" y="244355"/>
                    </a:cubicBezTo>
                    <a:cubicBezTo>
                      <a:pt x="707422" y="242450"/>
                      <a:pt x="707422" y="240545"/>
                      <a:pt x="707422" y="238640"/>
                    </a:cubicBezTo>
                    <a:lnTo>
                      <a:pt x="607505" y="166345"/>
                    </a:lnTo>
                    <a:cubicBezTo>
                      <a:pt x="575704" y="188344"/>
                      <a:pt x="533146" y="186475"/>
                      <a:pt x="503396" y="161773"/>
                    </a:cubicBezTo>
                    <a:lnTo>
                      <a:pt x="406241" y="230925"/>
                    </a:lnTo>
                    <a:cubicBezTo>
                      <a:pt x="408307" y="238180"/>
                      <a:pt x="409428" y="245671"/>
                      <a:pt x="409575" y="253213"/>
                    </a:cubicBezTo>
                    <a:cubicBezTo>
                      <a:pt x="409335" y="300557"/>
                      <a:pt x="370760" y="338742"/>
                      <a:pt x="323416" y="338502"/>
                    </a:cubicBezTo>
                    <a:cubicBezTo>
                      <a:pt x="276072" y="338262"/>
                      <a:pt x="237887" y="299687"/>
                      <a:pt x="238127" y="252343"/>
                    </a:cubicBezTo>
                    <a:cubicBezTo>
                      <a:pt x="238368" y="204999"/>
                      <a:pt x="276942" y="166814"/>
                      <a:pt x="324286" y="167054"/>
                    </a:cubicBezTo>
                    <a:cubicBezTo>
                      <a:pt x="335975" y="167114"/>
                      <a:pt x="347528" y="169563"/>
                      <a:pt x="358235" y="174251"/>
                    </a:cubicBezTo>
                    <a:lnTo>
                      <a:pt x="472535" y="92907"/>
                    </a:lnTo>
                    <a:cubicBezTo>
                      <a:pt x="476968" y="45454"/>
                      <a:pt x="519030" y="10578"/>
                      <a:pt x="566483" y="15011"/>
                    </a:cubicBezTo>
                    <a:cubicBezTo>
                      <a:pt x="608627" y="18947"/>
                      <a:pt x="641695" y="52868"/>
                      <a:pt x="644557" y="95098"/>
                    </a:cubicBezTo>
                    <a:cubicBezTo>
                      <a:pt x="644557" y="97003"/>
                      <a:pt x="644557" y="98908"/>
                      <a:pt x="644557" y="100718"/>
                    </a:cubicBezTo>
                    <a:lnTo>
                      <a:pt x="744665" y="173108"/>
                    </a:lnTo>
                    <a:cubicBezTo>
                      <a:pt x="775011" y="152019"/>
                      <a:pt x="815418" y="152593"/>
                      <a:pt x="845153" y="174537"/>
                    </a:cubicBezTo>
                    <a:lnTo>
                      <a:pt x="976122" y="75000"/>
                    </a:lnTo>
                    <a:lnTo>
                      <a:pt x="970598" y="67952"/>
                    </a:lnTo>
                    <a:close/>
                    <a:moveTo>
                      <a:pt x="969740" y="290647"/>
                    </a:moveTo>
                    <a:lnTo>
                      <a:pt x="1088708" y="290647"/>
                    </a:lnTo>
                    <a:cubicBezTo>
                      <a:pt x="1095562" y="290646"/>
                      <a:pt x="1101133" y="296175"/>
                      <a:pt x="1101185" y="303029"/>
                    </a:cubicBezTo>
                    <a:lnTo>
                      <a:pt x="1101185" y="765373"/>
                    </a:lnTo>
                    <a:cubicBezTo>
                      <a:pt x="1101134" y="772242"/>
                      <a:pt x="1095577" y="777798"/>
                      <a:pt x="1088708" y="777850"/>
                    </a:cubicBezTo>
                    <a:lnTo>
                      <a:pt x="969740" y="777850"/>
                    </a:lnTo>
                    <a:cubicBezTo>
                      <a:pt x="962849" y="777850"/>
                      <a:pt x="957263" y="772264"/>
                      <a:pt x="957263" y="765373"/>
                    </a:cubicBezTo>
                    <a:lnTo>
                      <a:pt x="957263" y="303029"/>
                    </a:lnTo>
                    <a:cubicBezTo>
                      <a:pt x="957315" y="296175"/>
                      <a:pt x="962886" y="290646"/>
                      <a:pt x="969740" y="290647"/>
                    </a:cubicBezTo>
                    <a:close/>
                    <a:moveTo>
                      <a:pt x="734282" y="449047"/>
                    </a:moveTo>
                    <a:lnTo>
                      <a:pt x="853250" y="449047"/>
                    </a:lnTo>
                    <a:cubicBezTo>
                      <a:pt x="860141" y="449047"/>
                      <a:pt x="865727" y="454634"/>
                      <a:pt x="865727" y="461525"/>
                    </a:cubicBezTo>
                    <a:lnTo>
                      <a:pt x="865727" y="765373"/>
                    </a:lnTo>
                    <a:cubicBezTo>
                      <a:pt x="865675" y="772242"/>
                      <a:pt x="860119" y="777798"/>
                      <a:pt x="853250" y="777850"/>
                    </a:cubicBezTo>
                    <a:lnTo>
                      <a:pt x="734282" y="777850"/>
                    </a:lnTo>
                    <a:cubicBezTo>
                      <a:pt x="727391" y="777850"/>
                      <a:pt x="721805" y="772264"/>
                      <a:pt x="721805" y="765373"/>
                    </a:cubicBezTo>
                    <a:lnTo>
                      <a:pt x="721805" y="461525"/>
                    </a:lnTo>
                    <a:cubicBezTo>
                      <a:pt x="721805" y="454634"/>
                      <a:pt x="727391" y="449047"/>
                      <a:pt x="734282" y="449047"/>
                    </a:cubicBezTo>
                    <a:close/>
                    <a:moveTo>
                      <a:pt x="498729" y="290647"/>
                    </a:moveTo>
                    <a:lnTo>
                      <a:pt x="617792" y="290647"/>
                    </a:lnTo>
                    <a:cubicBezTo>
                      <a:pt x="624630" y="290647"/>
                      <a:pt x="630174" y="296190"/>
                      <a:pt x="630174" y="303029"/>
                    </a:cubicBezTo>
                    <a:lnTo>
                      <a:pt x="630174" y="765373"/>
                    </a:lnTo>
                    <a:cubicBezTo>
                      <a:pt x="630123" y="772206"/>
                      <a:pt x="624624" y="777747"/>
                      <a:pt x="617792" y="777850"/>
                    </a:cubicBezTo>
                    <a:lnTo>
                      <a:pt x="498729" y="777850"/>
                    </a:lnTo>
                    <a:cubicBezTo>
                      <a:pt x="491859" y="777798"/>
                      <a:pt x="486303" y="772242"/>
                      <a:pt x="486251" y="765373"/>
                    </a:cubicBezTo>
                    <a:lnTo>
                      <a:pt x="486251" y="303029"/>
                    </a:lnTo>
                    <a:cubicBezTo>
                      <a:pt x="486304" y="296175"/>
                      <a:pt x="491875" y="290646"/>
                      <a:pt x="498729" y="290647"/>
                    </a:cubicBezTo>
                    <a:close/>
                    <a:moveTo>
                      <a:pt x="263271" y="474574"/>
                    </a:moveTo>
                    <a:lnTo>
                      <a:pt x="382238" y="474574"/>
                    </a:lnTo>
                    <a:cubicBezTo>
                      <a:pt x="389130" y="474574"/>
                      <a:pt x="394716" y="480161"/>
                      <a:pt x="394716" y="487052"/>
                    </a:cubicBezTo>
                    <a:lnTo>
                      <a:pt x="394716" y="765373"/>
                    </a:lnTo>
                    <a:cubicBezTo>
                      <a:pt x="394664" y="772242"/>
                      <a:pt x="389108" y="777798"/>
                      <a:pt x="382238" y="777850"/>
                    </a:cubicBezTo>
                    <a:lnTo>
                      <a:pt x="263271" y="777850"/>
                    </a:lnTo>
                    <a:cubicBezTo>
                      <a:pt x="256380" y="777850"/>
                      <a:pt x="250793" y="772264"/>
                      <a:pt x="250793" y="765373"/>
                    </a:cubicBezTo>
                    <a:lnTo>
                      <a:pt x="250793" y="487052"/>
                    </a:lnTo>
                    <a:cubicBezTo>
                      <a:pt x="250793" y="480161"/>
                      <a:pt x="256380" y="474574"/>
                      <a:pt x="263271" y="474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457ED00-5656-2ADE-C0AF-92598C923D8E}"/>
                  </a:ext>
                </a:extLst>
              </p:cNvPr>
              <p:cNvSpPr txBox="1"/>
              <p:nvPr/>
            </p:nvSpPr>
            <p:spPr>
              <a:xfrm>
                <a:off x="4450232" y="2549957"/>
                <a:ext cx="11468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Finance services</a:t>
                </a: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E7AA498D-0099-3A59-5675-D091C1DA7F28}"/>
                </a:ext>
              </a:extLst>
            </p:cNvPr>
            <p:cNvGrpSpPr/>
            <p:nvPr/>
          </p:nvGrpSpPr>
          <p:grpSpPr>
            <a:xfrm>
              <a:off x="8061086" y="2676534"/>
              <a:ext cx="1333731" cy="289390"/>
              <a:chOff x="7453312" y="2476302"/>
              <a:chExt cx="1333731" cy="289390"/>
            </a:xfrm>
          </p:grpSpPr>
          <p:sp>
            <p:nvSpPr>
              <p:cNvPr id="273" name="Graphic 271">
                <a:extLst>
                  <a:ext uri="{FF2B5EF4-FFF2-40B4-BE49-F238E27FC236}">
                    <a16:creationId xmlns:a16="http://schemas.microsoft.com/office/drawing/2014/main" id="{14B42067-773A-FA69-04BC-21AAD62B1849}"/>
                  </a:ext>
                </a:extLst>
              </p:cNvPr>
              <p:cNvSpPr/>
              <p:nvPr/>
            </p:nvSpPr>
            <p:spPr>
              <a:xfrm>
                <a:off x="7453312" y="2476302"/>
                <a:ext cx="326511" cy="289390"/>
              </a:xfrm>
              <a:custGeom>
                <a:avLst/>
                <a:gdLst>
                  <a:gd name="csX0" fmla="*/ 6902 w 304004"/>
                  <a:gd name="csY0" fmla="*/ 102893 h 269442"/>
                  <a:gd name="csX1" fmla="*/ 152002 w 304004"/>
                  <a:gd name="csY1" fmla="*/ 0 h 269442"/>
                  <a:gd name="csX2" fmla="*/ 297844 w 304004"/>
                  <a:gd name="csY2" fmla="*/ 102893 h 269442"/>
                  <a:gd name="csX3" fmla="*/ 6902 w 304004"/>
                  <a:gd name="csY3" fmla="*/ 102893 h 269442"/>
                  <a:gd name="csX4" fmla="*/ 6902 w 304004"/>
                  <a:gd name="csY4" fmla="*/ 102893 h 269442"/>
                  <a:gd name="csX5" fmla="*/ 0 w 304004"/>
                  <a:gd name="csY5" fmla="*/ 253040 h 269442"/>
                  <a:gd name="csX6" fmla="*/ 22464 w 304004"/>
                  <a:gd name="csY6" fmla="*/ 253040 h 269442"/>
                  <a:gd name="csX7" fmla="*/ 22464 w 304004"/>
                  <a:gd name="csY7" fmla="*/ 237379 h 269442"/>
                  <a:gd name="csX8" fmla="*/ 25730 w 304004"/>
                  <a:gd name="csY8" fmla="*/ 237379 h 269442"/>
                  <a:gd name="csX9" fmla="*/ 25730 w 304004"/>
                  <a:gd name="csY9" fmla="*/ 229908 h 269442"/>
                  <a:gd name="csX10" fmla="*/ 35254 w 304004"/>
                  <a:gd name="csY10" fmla="*/ 229908 h 269442"/>
                  <a:gd name="csX11" fmla="*/ 35254 w 304004"/>
                  <a:gd name="csY11" fmla="*/ 140275 h 269442"/>
                  <a:gd name="csX12" fmla="*/ 15784 w 304004"/>
                  <a:gd name="csY12" fmla="*/ 140275 h 269442"/>
                  <a:gd name="csX13" fmla="*/ 15784 w 304004"/>
                  <a:gd name="csY13" fmla="*/ 118801 h 269442"/>
                  <a:gd name="csX14" fmla="*/ 288195 w 304004"/>
                  <a:gd name="csY14" fmla="*/ 118801 h 269442"/>
                  <a:gd name="csX15" fmla="*/ 288195 w 304004"/>
                  <a:gd name="csY15" fmla="*/ 140275 h 269442"/>
                  <a:gd name="csX16" fmla="*/ 268750 w 304004"/>
                  <a:gd name="csY16" fmla="*/ 140275 h 269442"/>
                  <a:gd name="csX17" fmla="*/ 268750 w 304004"/>
                  <a:gd name="csY17" fmla="*/ 229908 h 269442"/>
                  <a:gd name="csX18" fmla="*/ 278275 w 304004"/>
                  <a:gd name="csY18" fmla="*/ 229908 h 269442"/>
                  <a:gd name="csX19" fmla="*/ 278275 w 304004"/>
                  <a:gd name="csY19" fmla="*/ 237379 h 269442"/>
                  <a:gd name="csX20" fmla="*/ 281540 w 304004"/>
                  <a:gd name="csY20" fmla="*/ 237379 h 269442"/>
                  <a:gd name="csX21" fmla="*/ 281540 w 304004"/>
                  <a:gd name="csY21" fmla="*/ 253040 h 269442"/>
                  <a:gd name="csX22" fmla="*/ 304004 w 304004"/>
                  <a:gd name="csY22" fmla="*/ 253040 h 269442"/>
                  <a:gd name="csX23" fmla="*/ 304004 w 304004"/>
                  <a:gd name="csY23" fmla="*/ 269442 h 269442"/>
                  <a:gd name="csX24" fmla="*/ 0 w 304004"/>
                  <a:gd name="csY24" fmla="*/ 269442 h 269442"/>
                  <a:gd name="csX25" fmla="*/ 0 w 304004"/>
                  <a:gd name="csY25" fmla="*/ 253040 h 269442"/>
                  <a:gd name="csX26" fmla="*/ 0 w 304004"/>
                  <a:gd name="csY26" fmla="*/ 253040 h 269442"/>
                  <a:gd name="csX27" fmla="*/ 80627 w 304004"/>
                  <a:gd name="csY27" fmla="*/ 237379 h 269442"/>
                  <a:gd name="csX28" fmla="*/ 91612 w 304004"/>
                  <a:gd name="csY28" fmla="*/ 237379 h 269442"/>
                  <a:gd name="csX29" fmla="*/ 91612 w 304004"/>
                  <a:gd name="csY29" fmla="*/ 229908 h 269442"/>
                  <a:gd name="csX30" fmla="*/ 101137 w 304004"/>
                  <a:gd name="csY30" fmla="*/ 229908 h 269442"/>
                  <a:gd name="csX31" fmla="*/ 101137 w 304004"/>
                  <a:gd name="csY31" fmla="*/ 140275 h 269442"/>
                  <a:gd name="csX32" fmla="*/ 71103 w 304004"/>
                  <a:gd name="csY32" fmla="*/ 140275 h 269442"/>
                  <a:gd name="csX33" fmla="*/ 71103 w 304004"/>
                  <a:gd name="csY33" fmla="*/ 229908 h 269442"/>
                  <a:gd name="csX34" fmla="*/ 80627 w 304004"/>
                  <a:gd name="csY34" fmla="*/ 229908 h 269442"/>
                  <a:gd name="csX35" fmla="*/ 80627 w 304004"/>
                  <a:gd name="csY35" fmla="*/ 237379 h 269442"/>
                  <a:gd name="csX36" fmla="*/ 80627 w 304004"/>
                  <a:gd name="csY36" fmla="*/ 237379 h 269442"/>
                  <a:gd name="csX37" fmla="*/ 80627 w 304004"/>
                  <a:gd name="csY37" fmla="*/ 237379 h 269442"/>
                  <a:gd name="csX38" fmla="*/ 146510 w 304004"/>
                  <a:gd name="csY38" fmla="*/ 237379 h 269442"/>
                  <a:gd name="csX39" fmla="*/ 157519 w 304004"/>
                  <a:gd name="csY39" fmla="*/ 237379 h 269442"/>
                  <a:gd name="csX40" fmla="*/ 157519 w 304004"/>
                  <a:gd name="csY40" fmla="*/ 229908 h 269442"/>
                  <a:gd name="csX41" fmla="*/ 167019 w 304004"/>
                  <a:gd name="csY41" fmla="*/ 229908 h 269442"/>
                  <a:gd name="csX42" fmla="*/ 167019 w 304004"/>
                  <a:gd name="csY42" fmla="*/ 140275 h 269442"/>
                  <a:gd name="csX43" fmla="*/ 136985 w 304004"/>
                  <a:gd name="csY43" fmla="*/ 140275 h 269442"/>
                  <a:gd name="csX44" fmla="*/ 136985 w 304004"/>
                  <a:gd name="csY44" fmla="*/ 229908 h 269442"/>
                  <a:gd name="csX45" fmla="*/ 146510 w 304004"/>
                  <a:gd name="csY45" fmla="*/ 229908 h 269442"/>
                  <a:gd name="csX46" fmla="*/ 146510 w 304004"/>
                  <a:gd name="csY46" fmla="*/ 237379 h 269442"/>
                  <a:gd name="csX47" fmla="*/ 146510 w 304004"/>
                  <a:gd name="csY47" fmla="*/ 237379 h 269442"/>
                  <a:gd name="csX48" fmla="*/ 146510 w 304004"/>
                  <a:gd name="csY48" fmla="*/ 237379 h 269442"/>
                  <a:gd name="csX49" fmla="*/ 212392 w 304004"/>
                  <a:gd name="csY49" fmla="*/ 237379 h 269442"/>
                  <a:gd name="csX50" fmla="*/ 223401 w 304004"/>
                  <a:gd name="csY50" fmla="*/ 237379 h 269442"/>
                  <a:gd name="csX51" fmla="*/ 223401 w 304004"/>
                  <a:gd name="csY51" fmla="*/ 229908 h 269442"/>
                  <a:gd name="csX52" fmla="*/ 232926 w 304004"/>
                  <a:gd name="csY52" fmla="*/ 229908 h 269442"/>
                  <a:gd name="csX53" fmla="*/ 232926 w 304004"/>
                  <a:gd name="csY53" fmla="*/ 140275 h 269442"/>
                  <a:gd name="csX54" fmla="*/ 202867 w 304004"/>
                  <a:gd name="csY54" fmla="*/ 140275 h 269442"/>
                  <a:gd name="csX55" fmla="*/ 202867 w 304004"/>
                  <a:gd name="csY55" fmla="*/ 229908 h 269442"/>
                  <a:gd name="csX56" fmla="*/ 212392 w 304004"/>
                  <a:gd name="csY56" fmla="*/ 229908 h 269442"/>
                  <a:gd name="csX57" fmla="*/ 212392 w 304004"/>
                  <a:gd name="csY57" fmla="*/ 237379 h 269442"/>
                  <a:gd name="csX58" fmla="*/ 212392 w 304004"/>
                  <a:gd name="csY58" fmla="*/ 237379 h 269442"/>
                  <a:gd name="csX59" fmla="*/ 212392 w 304004"/>
                  <a:gd name="csY59" fmla="*/ 237379 h 269442"/>
                  <a:gd name="csX60" fmla="*/ 103141 w 304004"/>
                  <a:gd name="csY60" fmla="*/ 76941 h 269442"/>
                  <a:gd name="csX61" fmla="*/ 152225 w 304004"/>
                  <a:gd name="csY61" fmla="*/ 39287 h 269442"/>
                  <a:gd name="csX62" fmla="*/ 201581 w 304004"/>
                  <a:gd name="csY62" fmla="*/ 76941 h 269442"/>
                  <a:gd name="csX63" fmla="*/ 103141 w 304004"/>
                  <a:gd name="csY63" fmla="*/ 76941 h 269442"/>
                  <a:gd name="csX64" fmla="*/ 103141 w 304004"/>
                  <a:gd name="csY64" fmla="*/ 76941 h 2694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</a:cxnLst>
                <a:rect l="l" t="t" r="r" b="b"/>
                <a:pathLst>
                  <a:path w="304004" h="269442">
                    <a:moveTo>
                      <a:pt x="6902" y="102893"/>
                    </a:moveTo>
                    <a:lnTo>
                      <a:pt x="152002" y="0"/>
                    </a:lnTo>
                    <a:lnTo>
                      <a:pt x="297844" y="102893"/>
                    </a:lnTo>
                    <a:lnTo>
                      <a:pt x="6902" y="102893"/>
                    </a:lnTo>
                    <a:lnTo>
                      <a:pt x="6902" y="102893"/>
                    </a:lnTo>
                    <a:close/>
                    <a:moveTo>
                      <a:pt x="0" y="253040"/>
                    </a:moveTo>
                    <a:lnTo>
                      <a:pt x="22464" y="253040"/>
                    </a:lnTo>
                    <a:lnTo>
                      <a:pt x="22464" y="237379"/>
                    </a:lnTo>
                    <a:lnTo>
                      <a:pt x="25730" y="237379"/>
                    </a:lnTo>
                    <a:lnTo>
                      <a:pt x="25730" y="229908"/>
                    </a:lnTo>
                    <a:lnTo>
                      <a:pt x="35254" y="229908"/>
                    </a:lnTo>
                    <a:lnTo>
                      <a:pt x="35254" y="140275"/>
                    </a:lnTo>
                    <a:lnTo>
                      <a:pt x="15784" y="140275"/>
                    </a:lnTo>
                    <a:lnTo>
                      <a:pt x="15784" y="118801"/>
                    </a:lnTo>
                    <a:lnTo>
                      <a:pt x="288195" y="118801"/>
                    </a:lnTo>
                    <a:lnTo>
                      <a:pt x="288195" y="140275"/>
                    </a:lnTo>
                    <a:lnTo>
                      <a:pt x="268750" y="140275"/>
                    </a:lnTo>
                    <a:lnTo>
                      <a:pt x="268750" y="229908"/>
                    </a:lnTo>
                    <a:lnTo>
                      <a:pt x="278275" y="229908"/>
                    </a:lnTo>
                    <a:lnTo>
                      <a:pt x="278275" y="237379"/>
                    </a:lnTo>
                    <a:lnTo>
                      <a:pt x="281540" y="237379"/>
                    </a:lnTo>
                    <a:lnTo>
                      <a:pt x="281540" y="253040"/>
                    </a:lnTo>
                    <a:lnTo>
                      <a:pt x="304004" y="253040"/>
                    </a:lnTo>
                    <a:lnTo>
                      <a:pt x="304004" y="269442"/>
                    </a:lnTo>
                    <a:lnTo>
                      <a:pt x="0" y="269442"/>
                    </a:lnTo>
                    <a:lnTo>
                      <a:pt x="0" y="253040"/>
                    </a:lnTo>
                    <a:lnTo>
                      <a:pt x="0" y="253040"/>
                    </a:lnTo>
                    <a:close/>
                    <a:moveTo>
                      <a:pt x="80627" y="237379"/>
                    </a:moveTo>
                    <a:lnTo>
                      <a:pt x="91612" y="237379"/>
                    </a:lnTo>
                    <a:lnTo>
                      <a:pt x="91612" y="229908"/>
                    </a:lnTo>
                    <a:lnTo>
                      <a:pt x="101137" y="229908"/>
                    </a:lnTo>
                    <a:lnTo>
                      <a:pt x="101137" y="140275"/>
                    </a:lnTo>
                    <a:lnTo>
                      <a:pt x="71103" y="140275"/>
                    </a:lnTo>
                    <a:lnTo>
                      <a:pt x="71103" y="229908"/>
                    </a:lnTo>
                    <a:lnTo>
                      <a:pt x="80627" y="229908"/>
                    </a:lnTo>
                    <a:lnTo>
                      <a:pt x="80627" y="237379"/>
                    </a:lnTo>
                    <a:lnTo>
                      <a:pt x="80627" y="237379"/>
                    </a:lnTo>
                    <a:lnTo>
                      <a:pt x="80627" y="237379"/>
                    </a:lnTo>
                    <a:close/>
                    <a:moveTo>
                      <a:pt x="146510" y="237379"/>
                    </a:moveTo>
                    <a:lnTo>
                      <a:pt x="157519" y="237379"/>
                    </a:lnTo>
                    <a:lnTo>
                      <a:pt x="157519" y="229908"/>
                    </a:lnTo>
                    <a:lnTo>
                      <a:pt x="167019" y="229908"/>
                    </a:lnTo>
                    <a:lnTo>
                      <a:pt x="167019" y="140275"/>
                    </a:lnTo>
                    <a:lnTo>
                      <a:pt x="136985" y="140275"/>
                    </a:lnTo>
                    <a:lnTo>
                      <a:pt x="136985" y="229908"/>
                    </a:lnTo>
                    <a:lnTo>
                      <a:pt x="146510" y="229908"/>
                    </a:lnTo>
                    <a:lnTo>
                      <a:pt x="146510" y="237379"/>
                    </a:lnTo>
                    <a:lnTo>
                      <a:pt x="146510" y="237379"/>
                    </a:lnTo>
                    <a:lnTo>
                      <a:pt x="146510" y="237379"/>
                    </a:lnTo>
                    <a:close/>
                    <a:moveTo>
                      <a:pt x="212392" y="237379"/>
                    </a:moveTo>
                    <a:lnTo>
                      <a:pt x="223401" y="237379"/>
                    </a:lnTo>
                    <a:lnTo>
                      <a:pt x="223401" y="229908"/>
                    </a:lnTo>
                    <a:lnTo>
                      <a:pt x="232926" y="229908"/>
                    </a:lnTo>
                    <a:lnTo>
                      <a:pt x="232926" y="140275"/>
                    </a:lnTo>
                    <a:lnTo>
                      <a:pt x="202867" y="140275"/>
                    </a:lnTo>
                    <a:lnTo>
                      <a:pt x="202867" y="229908"/>
                    </a:lnTo>
                    <a:lnTo>
                      <a:pt x="212392" y="229908"/>
                    </a:lnTo>
                    <a:lnTo>
                      <a:pt x="212392" y="237379"/>
                    </a:lnTo>
                    <a:lnTo>
                      <a:pt x="212392" y="237379"/>
                    </a:lnTo>
                    <a:lnTo>
                      <a:pt x="212392" y="237379"/>
                    </a:lnTo>
                    <a:close/>
                    <a:moveTo>
                      <a:pt x="103141" y="76941"/>
                    </a:moveTo>
                    <a:lnTo>
                      <a:pt x="152225" y="39287"/>
                    </a:lnTo>
                    <a:lnTo>
                      <a:pt x="201581" y="76941"/>
                    </a:lnTo>
                    <a:lnTo>
                      <a:pt x="103141" y="76941"/>
                    </a:lnTo>
                    <a:lnTo>
                      <a:pt x="103141" y="76941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D5502D84-D493-8C4D-6A55-D755D00322F0}"/>
                  </a:ext>
                </a:extLst>
              </p:cNvPr>
              <p:cNvSpPr txBox="1"/>
              <p:nvPr/>
            </p:nvSpPr>
            <p:spPr>
              <a:xfrm>
                <a:off x="7864840" y="2482498"/>
                <a:ext cx="92220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Government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2D6A5D3-D859-35C2-FD62-FE6E7C557F25}"/>
                </a:ext>
              </a:extLst>
            </p:cNvPr>
            <p:cNvGrpSpPr/>
            <p:nvPr/>
          </p:nvGrpSpPr>
          <p:grpSpPr>
            <a:xfrm>
              <a:off x="631639" y="3281028"/>
              <a:ext cx="1202455" cy="338250"/>
              <a:chOff x="569122" y="3122023"/>
              <a:chExt cx="1202455" cy="338250"/>
            </a:xfrm>
          </p:grpSpPr>
          <p:sp>
            <p:nvSpPr>
              <p:cNvPr id="123" name="Graphic 121">
                <a:extLst>
                  <a:ext uri="{FF2B5EF4-FFF2-40B4-BE49-F238E27FC236}">
                    <a16:creationId xmlns:a16="http://schemas.microsoft.com/office/drawing/2014/main" id="{EA29A5BD-747B-2035-BC9A-758242DC0D95}"/>
                  </a:ext>
                </a:extLst>
              </p:cNvPr>
              <p:cNvSpPr/>
              <p:nvPr/>
            </p:nvSpPr>
            <p:spPr>
              <a:xfrm>
                <a:off x="569122" y="3122023"/>
                <a:ext cx="373103" cy="338250"/>
              </a:xfrm>
              <a:custGeom>
                <a:avLst/>
                <a:gdLst>
                  <a:gd name="csX0" fmla="*/ 478250 w 1170432"/>
                  <a:gd name="csY0" fmla="*/ 366811 h 1061096"/>
                  <a:gd name="csX1" fmla="*/ 641413 w 1170432"/>
                  <a:gd name="csY1" fmla="*/ 530736 h 1061096"/>
                  <a:gd name="csX2" fmla="*/ 477488 w 1170432"/>
                  <a:gd name="csY2" fmla="*/ 693899 h 1061096"/>
                  <a:gd name="csX3" fmla="*/ 314325 w 1170432"/>
                  <a:gd name="csY3" fmla="*/ 530356 h 1061096"/>
                  <a:gd name="csX4" fmla="*/ 477869 w 1170432"/>
                  <a:gd name="csY4" fmla="*/ 366811 h 1061096"/>
                  <a:gd name="csX5" fmla="*/ 478250 w 1170432"/>
                  <a:gd name="csY5" fmla="*/ 366811 h 1061096"/>
                  <a:gd name="csX6" fmla="*/ 869728 w 1170432"/>
                  <a:gd name="csY6" fmla="*/ 894782 h 1061096"/>
                  <a:gd name="csX7" fmla="*/ 869728 w 1170432"/>
                  <a:gd name="csY7" fmla="*/ 811724 h 1061096"/>
                  <a:gd name="csX8" fmla="*/ 642557 w 1170432"/>
                  <a:gd name="csY8" fmla="*/ 811724 h 1061096"/>
                  <a:gd name="csX9" fmla="*/ 696278 w 1170432"/>
                  <a:gd name="csY9" fmla="*/ 752955 h 1061096"/>
                  <a:gd name="csX10" fmla="*/ 898970 w 1170432"/>
                  <a:gd name="csY10" fmla="*/ 752955 h 1061096"/>
                  <a:gd name="csX11" fmla="*/ 928307 w 1170432"/>
                  <a:gd name="csY11" fmla="*/ 782197 h 1061096"/>
                  <a:gd name="csX12" fmla="*/ 928307 w 1170432"/>
                  <a:gd name="csY12" fmla="*/ 894782 h 1061096"/>
                  <a:gd name="csX13" fmla="*/ 979583 w 1170432"/>
                  <a:gd name="csY13" fmla="*/ 1004638 h 1061096"/>
                  <a:gd name="csX14" fmla="*/ 869728 w 1170432"/>
                  <a:gd name="csY14" fmla="*/ 1055915 h 1061096"/>
                  <a:gd name="csX15" fmla="*/ 818451 w 1170432"/>
                  <a:gd name="csY15" fmla="*/ 946059 h 1061096"/>
                  <a:gd name="csX16" fmla="*/ 869728 w 1170432"/>
                  <a:gd name="csY16" fmla="*/ 894782 h 1061096"/>
                  <a:gd name="csX17" fmla="*/ 849249 w 1170432"/>
                  <a:gd name="csY17" fmla="*/ 291945 h 1061096"/>
                  <a:gd name="csX18" fmla="*/ 719233 w 1170432"/>
                  <a:gd name="csY18" fmla="*/ 291945 h 1061096"/>
                  <a:gd name="csX19" fmla="*/ 676275 w 1170432"/>
                  <a:gd name="csY19" fmla="*/ 233271 h 1061096"/>
                  <a:gd name="csX20" fmla="*/ 820007 w 1170432"/>
                  <a:gd name="csY20" fmla="*/ 233271 h 1061096"/>
                  <a:gd name="csX21" fmla="*/ 820007 w 1170432"/>
                  <a:gd name="csY21" fmla="*/ 166596 h 1061096"/>
                  <a:gd name="csX22" fmla="*/ 767663 w 1170432"/>
                  <a:gd name="csY22" fmla="*/ 57245 h 1061096"/>
                  <a:gd name="csX23" fmla="*/ 877014 w 1170432"/>
                  <a:gd name="csY23" fmla="*/ 4901 h 1061096"/>
                  <a:gd name="csX24" fmla="*/ 929358 w 1170432"/>
                  <a:gd name="csY24" fmla="*/ 114252 h 1061096"/>
                  <a:gd name="csX25" fmla="*/ 878586 w 1170432"/>
                  <a:gd name="csY25" fmla="*/ 166024 h 1061096"/>
                  <a:gd name="csX26" fmla="*/ 878586 w 1170432"/>
                  <a:gd name="csY26" fmla="*/ 262703 h 1061096"/>
                  <a:gd name="csX27" fmla="*/ 849344 w 1170432"/>
                  <a:gd name="csY27" fmla="*/ 291945 h 1061096"/>
                  <a:gd name="csX28" fmla="*/ 849249 w 1170432"/>
                  <a:gd name="csY28" fmla="*/ 291945 h 1061096"/>
                  <a:gd name="csX29" fmla="*/ 1170432 w 1170432"/>
                  <a:gd name="csY29" fmla="*/ 142307 h 1061096"/>
                  <a:gd name="csX30" fmla="*/ 1084485 w 1170432"/>
                  <a:gd name="csY30" fmla="*/ 56805 h 1061096"/>
                  <a:gd name="csX31" fmla="*/ 998983 w 1170432"/>
                  <a:gd name="csY31" fmla="*/ 142753 h 1061096"/>
                  <a:gd name="csX32" fmla="*/ 1049941 w 1170432"/>
                  <a:gd name="csY32" fmla="*/ 220888 h 1061096"/>
                  <a:gd name="csX33" fmla="*/ 1049941 w 1170432"/>
                  <a:gd name="csY33" fmla="*/ 392338 h 1061096"/>
                  <a:gd name="csX34" fmla="*/ 763143 w 1170432"/>
                  <a:gd name="csY34" fmla="*/ 392338 h 1061096"/>
                  <a:gd name="csX35" fmla="*/ 775240 w 1170432"/>
                  <a:gd name="csY35" fmla="*/ 451012 h 1061096"/>
                  <a:gd name="csX36" fmla="*/ 1079183 w 1170432"/>
                  <a:gd name="csY36" fmla="*/ 451012 h 1061096"/>
                  <a:gd name="csX37" fmla="*/ 1108424 w 1170432"/>
                  <a:gd name="csY37" fmla="*/ 421675 h 1061096"/>
                  <a:gd name="csX38" fmla="*/ 1108424 w 1170432"/>
                  <a:gd name="csY38" fmla="*/ 224889 h 1061096"/>
                  <a:gd name="csX39" fmla="*/ 1170432 w 1170432"/>
                  <a:gd name="csY39" fmla="*/ 142307 h 1061096"/>
                  <a:gd name="csX40" fmla="*/ 1169003 w 1170432"/>
                  <a:gd name="csY40" fmla="*/ 617890 h 1061096"/>
                  <a:gd name="csX41" fmla="*/ 1084186 w 1170432"/>
                  <a:gd name="csY41" fmla="*/ 531267 h 1061096"/>
                  <a:gd name="csX42" fmla="*/ 1002411 w 1170432"/>
                  <a:gd name="csY42" fmla="*/ 588554 h 1061096"/>
                  <a:gd name="csX43" fmla="*/ 770382 w 1170432"/>
                  <a:gd name="csY43" fmla="*/ 588553 h 1061096"/>
                  <a:gd name="csX44" fmla="*/ 753809 w 1170432"/>
                  <a:gd name="csY44" fmla="*/ 647132 h 1061096"/>
                  <a:gd name="csX45" fmla="*/ 1002411 w 1170432"/>
                  <a:gd name="csY45" fmla="*/ 647132 h 1061096"/>
                  <a:gd name="csX46" fmla="*/ 1111719 w 1170432"/>
                  <a:gd name="csY46" fmla="*/ 699566 h 1061096"/>
                  <a:gd name="csX47" fmla="*/ 1169003 w 1170432"/>
                  <a:gd name="csY47" fmla="*/ 617890 h 1061096"/>
                  <a:gd name="csX48" fmla="*/ 472059 w 1170432"/>
                  <a:gd name="csY48" fmla="*/ 1002415 h 1061096"/>
                  <a:gd name="csX49" fmla="*/ 438150 w 1170432"/>
                  <a:gd name="csY49" fmla="*/ 1002415 h 1061096"/>
                  <a:gd name="csX50" fmla="*/ 379857 w 1170432"/>
                  <a:gd name="csY50" fmla="*/ 944217 h 1061096"/>
                  <a:gd name="csX51" fmla="*/ 379857 w 1170432"/>
                  <a:gd name="csY51" fmla="*/ 884590 h 1061096"/>
                  <a:gd name="csX52" fmla="*/ 284607 w 1170432"/>
                  <a:gd name="csY52" fmla="*/ 848586 h 1061096"/>
                  <a:gd name="csX53" fmla="*/ 244793 w 1170432"/>
                  <a:gd name="csY53" fmla="*/ 888401 h 1061096"/>
                  <a:gd name="csX54" fmla="*/ 162401 w 1170432"/>
                  <a:gd name="csY54" fmla="*/ 888401 h 1061096"/>
                  <a:gd name="csX55" fmla="*/ 114300 w 1170432"/>
                  <a:gd name="csY55" fmla="*/ 839918 h 1061096"/>
                  <a:gd name="csX56" fmla="*/ 114300 w 1170432"/>
                  <a:gd name="csY56" fmla="*/ 757527 h 1061096"/>
                  <a:gd name="csX57" fmla="*/ 150590 w 1170432"/>
                  <a:gd name="csY57" fmla="*/ 721237 h 1061096"/>
                  <a:gd name="csX58" fmla="*/ 108014 w 1170432"/>
                  <a:gd name="csY58" fmla="*/ 622843 h 1061096"/>
                  <a:gd name="csX59" fmla="*/ 58293 w 1170432"/>
                  <a:gd name="csY59" fmla="*/ 622843 h 1061096"/>
                  <a:gd name="csX60" fmla="*/ 0 w 1170432"/>
                  <a:gd name="csY60" fmla="*/ 564646 h 1061096"/>
                  <a:gd name="csX61" fmla="*/ 0 w 1170432"/>
                  <a:gd name="csY61" fmla="*/ 496066 h 1061096"/>
                  <a:gd name="csX62" fmla="*/ 58293 w 1170432"/>
                  <a:gd name="csY62" fmla="*/ 437582 h 1061096"/>
                  <a:gd name="csX63" fmla="*/ 107061 w 1170432"/>
                  <a:gd name="csY63" fmla="*/ 437582 h 1061096"/>
                  <a:gd name="csX64" fmla="*/ 149352 w 1170432"/>
                  <a:gd name="csY64" fmla="*/ 338141 h 1061096"/>
                  <a:gd name="csX65" fmla="*/ 114300 w 1170432"/>
                  <a:gd name="csY65" fmla="*/ 303089 h 1061096"/>
                  <a:gd name="csX66" fmla="*/ 114300 w 1170432"/>
                  <a:gd name="csY66" fmla="*/ 220793 h 1061096"/>
                  <a:gd name="csX67" fmla="*/ 162782 w 1170432"/>
                  <a:gd name="csY67" fmla="*/ 172311 h 1061096"/>
                  <a:gd name="csX68" fmla="*/ 245174 w 1170432"/>
                  <a:gd name="csY68" fmla="*/ 172311 h 1061096"/>
                  <a:gd name="csX69" fmla="*/ 283274 w 1170432"/>
                  <a:gd name="csY69" fmla="*/ 210411 h 1061096"/>
                  <a:gd name="csX70" fmla="*/ 379762 w 1170432"/>
                  <a:gd name="csY70" fmla="*/ 173549 h 1061096"/>
                  <a:gd name="csX71" fmla="*/ 379762 w 1170432"/>
                  <a:gd name="csY71" fmla="*/ 116399 h 1061096"/>
                  <a:gd name="csX72" fmla="*/ 438150 w 1170432"/>
                  <a:gd name="csY72" fmla="*/ 58297 h 1061096"/>
                  <a:gd name="csX73" fmla="*/ 506635 w 1170432"/>
                  <a:gd name="csY73" fmla="*/ 58297 h 1061096"/>
                  <a:gd name="csX74" fmla="*/ 564547 w 1170432"/>
                  <a:gd name="csY74" fmla="*/ 113732 h 1061096"/>
                  <a:gd name="csX75" fmla="*/ 564547 w 1170432"/>
                  <a:gd name="csY75" fmla="*/ 308804 h 1061096"/>
                  <a:gd name="csX76" fmla="*/ 484251 w 1170432"/>
                  <a:gd name="csY76" fmla="*/ 294707 h 1061096"/>
                  <a:gd name="csX77" fmla="*/ 472059 w 1170432"/>
                  <a:gd name="csY77" fmla="*/ 294707 h 1061096"/>
                  <a:gd name="csX78" fmla="*/ 459962 w 1170432"/>
                  <a:gd name="csY78" fmla="*/ 294707 h 1061096"/>
                  <a:gd name="csX79" fmla="*/ 220875 w 1170432"/>
                  <a:gd name="csY79" fmla="*/ 524345 h 1061096"/>
                  <a:gd name="csX80" fmla="*/ 450512 w 1170432"/>
                  <a:gd name="csY80" fmla="*/ 763432 h 1061096"/>
                  <a:gd name="csX81" fmla="*/ 459962 w 1170432"/>
                  <a:gd name="csY81" fmla="*/ 763432 h 1061096"/>
                  <a:gd name="csX82" fmla="*/ 472059 w 1170432"/>
                  <a:gd name="csY82" fmla="*/ 763432 h 1061096"/>
                  <a:gd name="csX83" fmla="*/ 484251 w 1170432"/>
                  <a:gd name="csY83" fmla="*/ 763432 h 1061096"/>
                  <a:gd name="csX84" fmla="*/ 564547 w 1170432"/>
                  <a:gd name="csY84" fmla="*/ 749335 h 1061096"/>
                  <a:gd name="csX85" fmla="*/ 564547 w 1170432"/>
                  <a:gd name="csY85" fmla="*/ 946979 h 1061096"/>
                  <a:gd name="csX86" fmla="*/ 506349 w 1170432"/>
                  <a:gd name="csY86" fmla="*/ 1002415 h 1061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1170432" h="1061096">
                    <a:moveTo>
                      <a:pt x="478250" y="366811"/>
                    </a:moveTo>
                    <a:cubicBezTo>
                      <a:pt x="568573" y="367022"/>
                      <a:pt x="641624" y="440414"/>
                      <a:pt x="641413" y="530736"/>
                    </a:cubicBezTo>
                    <a:cubicBezTo>
                      <a:pt x="641203" y="621059"/>
                      <a:pt x="567811" y="694110"/>
                      <a:pt x="477488" y="693899"/>
                    </a:cubicBezTo>
                    <a:cubicBezTo>
                      <a:pt x="387314" y="693689"/>
                      <a:pt x="314325" y="620530"/>
                      <a:pt x="314325" y="530356"/>
                    </a:cubicBezTo>
                    <a:cubicBezTo>
                      <a:pt x="314325" y="440033"/>
                      <a:pt x="387546" y="366811"/>
                      <a:pt x="477869" y="366811"/>
                    </a:cubicBezTo>
                    <a:cubicBezTo>
                      <a:pt x="477996" y="366811"/>
                      <a:pt x="478123" y="366811"/>
                      <a:pt x="478250" y="366811"/>
                    </a:cubicBezTo>
                    <a:close/>
                    <a:moveTo>
                      <a:pt x="869728" y="894782"/>
                    </a:moveTo>
                    <a:lnTo>
                      <a:pt x="869728" y="811724"/>
                    </a:lnTo>
                    <a:lnTo>
                      <a:pt x="642557" y="811724"/>
                    </a:lnTo>
                    <a:cubicBezTo>
                      <a:pt x="662288" y="793884"/>
                      <a:pt x="680276" y="774205"/>
                      <a:pt x="696278" y="752955"/>
                    </a:cubicBezTo>
                    <a:lnTo>
                      <a:pt x="898970" y="752955"/>
                    </a:lnTo>
                    <a:cubicBezTo>
                      <a:pt x="915113" y="753007"/>
                      <a:pt x="928202" y="766053"/>
                      <a:pt x="928307" y="782197"/>
                    </a:cubicBezTo>
                    <a:lnTo>
                      <a:pt x="928307" y="894782"/>
                    </a:lnTo>
                    <a:cubicBezTo>
                      <a:pt x="972802" y="910958"/>
                      <a:pt x="995759" y="960142"/>
                      <a:pt x="979583" y="1004638"/>
                    </a:cubicBezTo>
                    <a:cubicBezTo>
                      <a:pt x="963407" y="1049133"/>
                      <a:pt x="914223" y="1072091"/>
                      <a:pt x="869728" y="1055915"/>
                    </a:cubicBezTo>
                    <a:cubicBezTo>
                      <a:pt x="825232" y="1039739"/>
                      <a:pt x="802275" y="990555"/>
                      <a:pt x="818451" y="946059"/>
                    </a:cubicBezTo>
                    <a:cubicBezTo>
                      <a:pt x="827116" y="922223"/>
                      <a:pt x="845892" y="903448"/>
                      <a:pt x="869728" y="894782"/>
                    </a:cubicBezTo>
                    <a:close/>
                    <a:moveTo>
                      <a:pt x="849249" y="291945"/>
                    </a:moveTo>
                    <a:lnTo>
                      <a:pt x="719233" y="291945"/>
                    </a:lnTo>
                    <a:cubicBezTo>
                      <a:pt x="706610" y="271200"/>
                      <a:pt x="692239" y="251570"/>
                      <a:pt x="676275" y="233271"/>
                    </a:cubicBezTo>
                    <a:lnTo>
                      <a:pt x="820007" y="233271"/>
                    </a:lnTo>
                    <a:lnTo>
                      <a:pt x="820007" y="166596"/>
                    </a:lnTo>
                    <a:cubicBezTo>
                      <a:pt x="775356" y="150854"/>
                      <a:pt x="751921" y="101896"/>
                      <a:pt x="767663" y="57245"/>
                    </a:cubicBezTo>
                    <a:cubicBezTo>
                      <a:pt x="783405" y="12594"/>
                      <a:pt x="832363" y="-10841"/>
                      <a:pt x="877014" y="4901"/>
                    </a:cubicBezTo>
                    <a:cubicBezTo>
                      <a:pt x="921665" y="20643"/>
                      <a:pt x="945100" y="69601"/>
                      <a:pt x="929358" y="114252"/>
                    </a:cubicBezTo>
                    <a:cubicBezTo>
                      <a:pt x="920926" y="138170"/>
                      <a:pt x="902335" y="157127"/>
                      <a:pt x="878586" y="166024"/>
                    </a:cubicBezTo>
                    <a:lnTo>
                      <a:pt x="878586" y="262703"/>
                    </a:lnTo>
                    <a:cubicBezTo>
                      <a:pt x="878586" y="278853"/>
                      <a:pt x="865494" y="291945"/>
                      <a:pt x="849344" y="291945"/>
                    </a:cubicBezTo>
                    <a:cubicBezTo>
                      <a:pt x="849313" y="291945"/>
                      <a:pt x="849281" y="291945"/>
                      <a:pt x="849249" y="291945"/>
                    </a:cubicBezTo>
                    <a:close/>
                    <a:moveTo>
                      <a:pt x="1170432" y="142307"/>
                    </a:moveTo>
                    <a:cubicBezTo>
                      <a:pt x="1170309" y="94963"/>
                      <a:pt x="1131829" y="56682"/>
                      <a:pt x="1084485" y="56805"/>
                    </a:cubicBezTo>
                    <a:cubicBezTo>
                      <a:pt x="1037140" y="56928"/>
                      <a:pt x="998860" y="95408"/>
                      <a:pt x="998983" y="142753"/>
                    </a:cubicBezTo>
                    <a:cubicBezTo>
                      <a:pt x="999071" y="176569"/>
                      <a:pt x="1019030" y="207174"/>
                      <a:pt x="1049941" y="220888"/>
                    </a:cubicBezTo>
                    <a:lnTo>
                      <a:pt x="1049941" y="392338"/>
                    </a:lnTo>
                    <a:lnTo>
                      <a:pt x="763143" y="392338"/>
                    </a:lnTo>
                    <a:cubicBezTo>
                      <a:pt x="768589" y="411578"/>
                      <a:pt x="772632" y="431188"/>
                      <a:pt x="775240" y="451012"/>
                    </a:cubicBezTo>
                    <a:lnTo>
                      <a:pt x="1079183" y="451012"/>
                    </a:lnTo>
                    <a:cubicBezTo>
                      <a:pt x="1095326" y="450908"/>
                      <a:pt x="1108373" y="437819"/>
                      <a:pt x="1108424" y="421675"/>
                    </a:cubicBezTo>
                    <a:lnTo>
                      <a:pt x="1108424" y="224889"/>
                    </a:lnTo>
                    <a:cubicBezTo>
                      <a:pt x="1145215" y="214297"/>
                      <a:pt x="1170523" y="180593"/>
                      <a:pt x="1170432" y="142307"/>
                    </a:cubicBezTo>
                    <a:close/>
                    <a:moveTo>
                      <a:pt x="1169003" y="617890"/>
                    </a:moveTo>
                    <a:cubicBezTo>
                      <a:pt x="1169502" y="570548"/>
                      <a:pt x="1131528" y="531766"/>
                      <a:pt x="1084186" y="531267"/>
                    </a:cubicBezTo>
                    <a:cubicBezTo>
                      <a:pt x="1047473" y="530881"/>
                      <a:pt x="1014589" y="553917"/>
                      <a:pt x="1002411" y="588554"/>
                    </a:cubicBezTo>
                    <a:lnTo>
                      <a:pt x="770382" y="588553"/>
                    </a:lnTo>
                    <a:cubicBezTo>
                      <a:pt x="766351" y="608472"/>
                      <a:pt x="760810" y="628054"/>
                      <a:pt x="753809" y="647132"/>
                    </a:cubicBezTo>
                    <a:lnTo>
                      <a:pt x="1002411" y="647132"/>
                    </a:lnTo>
                    <a:cubicBezTo>
                      <a:pt x="1018116" y="691796"/>
                      <a:pt x="1067055" y="715272"/>
                      <a:pt x="1111719" y="699566"/>
                    </a:cubicBezTo>
                    <a:cubicBezTo>
                      <a:pt x="1146320" y="687399"/>
                      <a:pt x="1169348" y="654567"/>
                      <a:pt x="1169003" y="617890"/>
                    </a:cubicBezTo>
                    <a:close/>
                    <a:moveTo>
                      <a:pt x="472059" y="1002415"/>
                    </a:moveTo>
                    <a:lnTo>
                      <a:pt x="438150" y="1002415"/>
                    </a:lnTo>
                    <a:cubicBezTo>
                      <a:pt x="406015" y="1002363"/>
                      <a:pt x="379962" y="976352"/>
                      <a:pt x="379857" y="944217"/>
                    </a:cubicBezTo>
                    <a:lnTo>
                      <a:pt x="379857" y="884590"/>
                    </a:lnTo>
                    <a:cubicBezTo>
                      <a:pt x="346573" y="877124"/>
                      <a:pt x="314508" y="865003"/>
                      <a:pt x="284607" y="848586"/>
                    </a:cubicBezTo>
                    <a:lnTo>
                      <a:pt x="244793" y="888401"/>
                    </a:lnTo>
                    <a:cubicBezTo>
                      <a:pt x="222012" y="911081"/>
                      <a:pt x="185182" y="911081"/>
                      <a:pt x="162401" y="888401"/>
                    </a:cubicBezTo>
                    <a:lnTo>
                      <a:pt x="114300" y="839918"/>
                    </a:lnTo>
                    <a:cubicBezTo>
                      <a:pt x="91671" y="817116"/>
                      <a:pt x="91671" y="780329"/>
                      <a:pt x="114300" y="757527"/>
                    </a:cubicBezTo>
                    <a:lnTo>
                      <a:pt x="150590" y="721237"/>
                    </a:lnTo>
                    <a:cubicBezTo>
                      <a:pt x="131592" y="690734"/>
                      <a:pt x="117243" y="657573"/>
                      <a:pt x="108014" y="622843"/>
                    </a:cubicBezTo>
                    <a:lnTo>
                      <a:pt x="58293" y="622843"/>
                    </a:lnTo>
                    <a:cubicBezTo>
                      <a:pt x="26158" y="622791"/>
                      <a:pt x="105" y="596781"/>
                      <a:pt x="0" y="564646"/>
                    </a:cubicBezTo>
                    <a:lnTo>
                      <a:pt x="0" y="496066"/>
                    </a:lnTo>
                    <a:cubicBezTo>
                      <a:pt x="-53" y="463819"/>
                      <a:pt x="26046" y="437635"/>
                      <a:pt x="58293" y="437582"/>
                    </a:cubicBezTo>
                    <a:lnTo>
                      <a:pt x="107061" y="437582"/>
                    </a:lnTo>
                    <a:cubicBezTo>
                      <a:pt x="116103" y="402506"/>
                      <a:pt x="130359" y="368985"/>
                      <a:pt x="149352" y="338141"/>
                    </a:cubicBezTo>
                    <a:lnTo>
                      <a:pt x="114300" y="303089"/>
                    </a:lnTo>
                    <a:cubicBezTo>
                      <a:pt x="91734" y="280298"/>
                      <a:pt x="91734" y="243584"/>
                      <a:pt x="114300" y="220793"/>
                    </a:cubicBezTo>
                    <a:lnTo>
                      <a:pt x="162782" y="172311"/>
                    </a:lnTo>
                    <a:cubicBezTo>
                      <a:pt x="185563" y="149630"/>
                      <a:pt x="222393" y="149630"/>
                      <a:pt x="245174" y="172311"/>
                    </a:cubicBezTo>
                    <a:lnTo>
                      <a:pt x="283274" y="210411"/>
                    </a:lnTo>
                    <a:cubicBezTo>
                      <a:pt x="313509" y="193574"/>
                      <a:pt x="346002" y="181161"/>
                      <a:pt x="379762" y="173549"/>
                    </a:cubicBezTo>
                    <a:lnTo>
                      <a:pt x="379762" y="116399"/>
                    </a:lnTo>
                    <a:cubicBezTo>
                      <a:pt x="379919" y="84264"/>
                      <a:pt x="406014" y="58296"/>
                      <a:pt x="438150" y="58297"/>
                    </a:cubicBezTo>
                    <a:lnTo>
                      <a:pt x="506635" y="58297"/>
                    </a:lnTo>
                    <a:cubicBezTo>
                      <a:pt x="537579" y="58510"/>
                      <a:pt x="562983" y="82827"/>
                      <a:pt x="564547" y="113732"/>
                    </a:cubicBezTo>
                    <a:lnTo>
                      <a:pt x="564547" y="308804"/>
                    </a:lnTo>
                    <a:cubicBezTo>
                      <a:pt x="538814" y="299438"/>
                      <a:pt x="511635" y="294666"/>
                      <a:pt x="484251" y="294707"/>
                    </a:cubicBezTo>
                    <a:cubicBezTo>
                      <a:pt x="480155" y="294707"/>
                      <a:pt x="476060" y="294707"/>
                      <a:pt x="472059" y="294707"/>
                    </a:cubicBezTo>
                    <a:cubicBezTo>
                      <a:pt x="468059" y="294707"/>
                      <a:pt x="463963" y="294707"/>
                      <a:pt x="459962" y="294707"/>
                    </a:cubicBezTo>
                    <a:cubicBezTo>
                      <a:pt x="330527" y="292098"/>
                      <a:pt x="223484" y="394910"/>
                      <a:pt x="220875" y="524345"/>
                    </a:cubicBezTo>
                    <a:cubicBezTo>
                      <a:pt x="218265" y="653780"/>
                      <a:pt x="321078" y="760823"/>
                      <a:pt x="450512" y="763432"/>
                    </a:cubicBezTo>
                    <a:cubicBezTo>
                      <a:pt x="453662" y="763496"/>
                      <a:pt x="456813" y="763496"/>
                      <a:pt x="459962" y="763432"/>
                    </a:cubicBezTo>
                    <a:cubicBezTo>
                      <a:pt x="463963" y="763432"/>
                      <a:pt x="468059" y="763432"/>
                      <a:pt x="472059" y="763432"/>
                    </a:cubicBezTo>
                    <a:cubicBezTo>
                      <a:pt x="476060" y="763432"/>
                      <a:pt x="480155" y="763432"/>
                      <a:pt x="484251" y="763432"/>
                    </a:cubicBezTo>
                    <a:cubicBezTo>
                      <a:pt x="511635" y="763473"/>
                      <a:pt x="538814" y="758702"/>
                      <a:pt x="564547" y="749335"/>
                    </a:cubicBezTo>
                    <a:lnTo>
                      <a:pt x="564547" y="946979"/>
                    </a:lnTo>
                    <a:cubicBezTo>
                      <a:pt x="562976" y="977994"/>
                      <a:pt x="537404" y="1002353"/>
                      <a:pt x="506349" y="10024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F00F4-9BB4-8E3D-C924-7BDFE961101C}"/>
                  </a:ext>
                </a:extLst>
              </p:cNvPr>
              <p:cNvSpPr txBox="1"/>
              <p:nvPr/>
            </p:nvSpPr>
            <p:spPr>
              <a:xfrm>
                <a:off x="1047746" y="3152649"/>
                <a:ext cx="72383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High tech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76A50203-C445-F491-5834-786555194DB2}"/>
                </a:ext>
              </a:extLst>
            </p:cNvPr>
            <p:cNvGrpSpPr/>
            <p:nvPr/>
          </p:nvGrpSpPr>
          <p:grpSpPr>
            <a:xfrm>
              <a:off x="4164897" y="3296356"/>
              <a:ext cx="2054404" cy="307595"/>
              <a:chOff x="4003904" y="3177556"/>
              <a:chExt cx="2054404" cy="307595"/>
            </a:xfrm>
          </p:grpSpPr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F3C38FC-210E-FF6D-32D8-EFA110E14841}"/>
                  </a:ext>
                </a:extLst>
              </p:cNvPr>
              <p:cNvSpPr txBox="1"/>
              <p:nvPr/>
            </p:nvSpPr>
            <p:spPr>
              <a:xfrm>
                <a:off x="4465699" y="3192854"/>
                <a:ext cx="1592609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Education and research</a:t>
                </a:r>
              </a:p>
            </p:txBody>
          </p:sp>
          <p:sp>
            <p:nvSpPr>
              <p:cNvPr id="200" name="Graphic 197">
                <a:extLst>
                  <a:ext uri="{FF2B5EF4-FFF2-40B4-BE49-F238E27FC236}">
                    <a16:creationId xmlns:a16="http://schemas.microsoft.com/office/drawing/2014/main" id="{20645282-FFDE-E631-6F2F-7C9B1B654B90}"/>
                  </a:ext>
                </a:extLst>
              </p:cNvPr>
              <p:cNvSpPr/>
              <p:nvPr/>
            </p:nvSpPr>
            <p:spPr>
              <a:xfrm>
                <a:off x="4003904" y="3177556"/>
                <a:ext cx="372892" cy="307595"/>
              </a:xfrm>
              <a:custGeom>
                <a:avLst/>
                <a:gdLst>
                  <a:gd name="csX0" fmla="*/ 38494 w 374222"/>
                  <a:gd name="csY0" fmla="*/ 235327 h 308692"/>
                  <a:gd name="csX1" fmla="*/ 39438 w 374222"/>
                  <a:gd name="csY1" fmla="*/ 68071 h 308692"/>
                  <a:gd name="csX2" fmla="*/ 20557 w 374222"/>
                  <a:gd name="csY2" fmla="*/ 68071 h 308692"/>
                  <a:gd name="csX3" fmla="*/ 20557 w 374222"/>
                  <a:gd name="csY3" fmla="*/ 280886 h 308692"/>
                  <a:gd name="csX4" fmla="*/ 98763 w 374222"/>
                  <a:gd name="csY4" fmla="*/ 269740 h 308692"/>
                  <a:gd name="csX5" fmla="*/ 171458 w 374222"/>
                  <a:gd name="csY5" fmla="*/ 281191 h 308692"/>
                  <a:gd name="csX6" fmla="*/ 121635 w 374222"/>
                  <a:gd name="csY6" fmla="*/ 254147 h 308692"/>
                  <a:gd name="csX7" fmla="*/ 49580 w 374222"/>
                  <a:gd name="csY7" fmla="*/ 246473 h 308692"/>
                  <a:gd name="csX8" fmla="*/ 38494 w 374222"/>
                  <a:gd name="csY8" fmla="*/ 237093 h 308692"/>
                  <a:gd name="csX9" fmla="*/ 38494 w 374222"/>
                  <a:gd name="csY9" fmla="*/ 235327 h 308692"/>
                  <a:gd name="csX10" fmla="*/ 38494 w 374222"/>
                  <a:gd name="csY10" fmla="*/ 235327 h 308692"/>
                  <a:gd name="csX11" fmla="*/ 315568 w 374222"/>
                  <a:gd name="csY11" fmla="*/ 59331 h 308692"/>
                  <a:gd name="csX12" fmla="*/ 315446 w 374222"/>
                  <a:gd name="csY12" fmla="*/ 57778 h 308692"/>
                  <a:gd name="csX13" fmla="*/ 315568 w 374222"/>
                  <a:gd name="csY13" fmla="*/ 56225 h 308692"/>
                  <a:gd name="csX14" fmla="*/ 315568 w 374222"/>
                  <a:gd name="csY14" fmla="*/ 22359 h 308692"/>
                  <a:gd name="csX15" fmla="*/ 245949 w 374222"/>
                  <a:gd name="csY15" fmla="*/ 30826 h 308692"/>
                  <a:gd name="csX16" fmla="*/ 197527 w 374222"/>
                  <a:gd name="csY16" fmla="*/ 68711 h 308692"/>
                  <a:gd name="csX17" fmla="*/ 197527 w 374222"/>
                  <a:gd name="csY17" fmla="*/ 261609 h 308692"/>
                  <a:gd name="csX18" fmla="*/ 251065 w 374222"/>
                  <a:gd name="csY18" fmla="*/ 233895 h 308692"/>
                  <a:gd name="csX19" fmla="*/ 315568 w 374222"/>
                  <a:gd name="csY19" fmla="*/ 224698 h 308692"/>
                  <a:gd name="csX20" fmla="*/ 315568 w 374222"/>
                  <a:gd name="csY20" fmla="*/ 59331 h 308692"/>
                  <a:gd name="csX21" fmla="*/ 315568 w 374222"/>
                  <a:gd name="csY21" fmla="*/ 59331 h 308692"/>
                  <a:gd name="csX22" fmla="*/ 336124 w 374222"/>
                  <a:gd name="csY22" fmla="*/ 47515 h 308692"/>
                  <a:gd name="csX23" fmla="*/ 363959 w 374222"/>
                  <a:gd name="csY23" fmla="*/ 47515 h 308692"/>
                  <a:gd name="csX24" fmla="*/ 374223 w 374222"/>
                  <a:gd name="csY24" fmla="*/ 57778 h 308692"/>
                  <a:gd name="csX25" fmla="*/ 374223 w 374222"/>
                  <a:gd name="csY25" fmla="*/ 294286 h 308692"/>
                  <a:gd name="csX26" fmla="*/ 363959 w 374222"/>
                  <a:gd name="csY26" fmla="*/ 304549 h 308692"/>
                  <a:gd name="csX27" fmla="*/ 360640 w 374222"/>
                  <a:gd name="csY27" fmla="*/ 304001 h 308692"/>
                  <a:gd name="csX28" fmla="*/ 275398 w 374222"/>
                  <a:gd name="csY28" fmla="*/ 290175 h 308692"/>
                  <a:gd name="csX29" fmla="*/ 192928 w 374222"/>
                  <a:gd name="csY29" fmla="*/ 306986 h 308692"/>
                  <a:gd name="csX30" fmla="*/ 187081 w 374222"/>
                  <a:gd name="csY30" fmla="*/ 308691 h 308692"/>
                  <a:gd name="csX31" fmla="*/ 181234 w 374222"/>
                  <a:gd name="csY31" fmla="*/ 306986 h 308692"/>
                  <a:gd name="csX32" fmla="*/ 98763 w 374222"/>
                  <a:gd name="csY32" fmla="*/ 290175 h 308692"/>
                  <a:gd name="csX33" fmla="*/ 13522 w 374222"/>
                  <a:gd name="csY33" fmla="*/ 304001 h 308692"/>
                  <a:gd name="csX34" fmla="*/ 10202 w 374222"/>
                  <a:gd name="csY34" fmla="*/ 304549 h 308692"/>
                  <a:gd name="csX35" fmla="*/ 0 w 374222"/>
                  <a:gd name="csY35" fmla="*/ 294317 h 308692"/>
                  <a:gd name="csX36" fmla="*/ 0 w 374222"/>
                  <a:gd name="csY36" fmla="*/ 57778 h 308692"/>
                  <a:gd name="csX37" fmla="*/ 10263 w 374222"/>
                  <a:gd name="csY37" fmla="*/ 47515 h 308692"/>
                  <a:gd name="csX38" fmla="*/ 39530 w 374222"/>
                  <a:gd name="csY38" fmla="*/ 47515 h 308692"/>
                  <a:gd name="csX39" fmla="*/ 39712 w 374222"/>
                  <a:gd name="csY39" fmla="*/ 13223 h 308692"/>
                  <a:gd name="csX40" fmla="*/ 47874 w 374222"/>
                  <a:gd name="csY40" fmla="*/ 3234 h 308692"/>
                  <a:gd name="csX41" fmla="*/ 47874 w 374222"/>
                  <a:gd name="csY41" fmla="*/ 3234 h 308692"/>
                  <a:gd name="csX42" fmla="*/ 136496 w 374222"/>
                  <a:gd name="csY42" fmla="*/ 10025 h 308692"/>
                  <a:gd name="csX43" fmla="*/ 187629 w 374222"/>
                  <a:gd name="csY43" fmla="*/ 47332 h 308692"/>
                  <a:gd name="csX44" fmla="*/ 238731 w 374222"/>
                  <a:gd name="csY44" fmla="*/ 11639 h 308692"/>
                  <a:gd name="csX45" fmla="*/ 327323 w 374222"/>
                  <a:gd name="csY45" fmla="*/ 3112 h 308692"/>
                  <a:gd name="csX46" fmla="*/ 336094 w 374222"/>
                  <a:gd name="csY46" fmla="*/ 13253 h 308692"/>
                  <a:gd name="csX47" fmla="*/ 336094 w 374222"/>
                  <a:gd name="csY47" fmla="*/ 13253 h 308692"/>
                  <a:gd name="csX48" fmla="*/ 336094 w 374222"/>
                  <a:gd name="csY48" fmla="*/ 47515 h 308692"/>
                  <a:gd name="csX49" fmla="*/ 336124 w 374222"/>
                  <a:gd name="csY49" fmla="*/ 47515 h 308692"/>
                  <a:gd name="csX50" fmla="*/ 207485 w 374222"/>
                  <a:gd name="csY50" fmla="*/ 279638 h 308692"/>
                  <a:gd name="csX51" fmla="*/ 275490 w 374222"/>
                  <a:gd name="csY51" fmla="*/ 269710 h 308692"/>
                  <a:gd name="csX52" fmla="*/ 353696 w 374222"/>
                  <a:gd name="csY52" fmla="*/ 280856 h 308692"/>
                  <a:gd name="csX53" fmla="*/ 353696 w 374222"/>
                  <a:gd name="csY53" fmla="*/ 68071 h 308692"/>
                  <a:gd name="csX54" fmla="*/ 336124 w 374222"/>
                  <a:gd name="csY54" fmla="*/ 68071 h 308692"/>
                  <a:gd name="csX55" fmla="*/ 336124 w 374222"/>
                  <a:gd name="csY55" fmla="*/ 236240 h 308692"/>
                  <a:gd name="csX56" fmla="*/ 325861 w 374222"/>
                  <a:gd name="csY56" fmla="*/ 246503 h 308692"/>
                  <a:gd name="csX57" fmla="*/ 323486 w 374222"/>
                  <a:gd name="csY57" fmla="*/ 246229 h 308692"/>
                  <a:gd name="csX58" fmla="*/ 257978 w 374222"/>
                  <a:gd name="csY58" fmla="*/ 253203 h 308692"/>
                  <a:gd name="csX59" fmla="*/ 207485 w 374222"/>
                  <a:gd name="csY59" fmla="*/ 279638 h 308692"/>
                  <a:gd name="csX60" fmla="*/ 207485 w 374222"/>
                  <a:gd name="csY60" fmla="*/ 279638 h 308692"/>
                  <a:gd name="csX61" fmla="*/ 177000 w 374222"/>
                  <a:gd name="csY61" fmla="*/ 259629 h 308692"/>
                  <a:gd name="csX62" fmla="*/ 177000 w 374222"/>
                  <a:gd name="csY62" fmla="*/ 68406 h 308692"/>
                  <a:gd name="csX63" fmla="*/ 129218 w 374222"/>
                  <a:gd name="csY63" fmla="*/ 29212 h 308692"/>
                  <a:gd name="csX64" fmla="*/ 60147 w 374222"/>
                  <a:gd name="csY64" fmla="*/ 21872 h 308692"/>
                  <a:gd name="csX65" fmla="*/ 58990 w 374222"/>
                  <a:gd name="csY65" fmla="*/ 225338 h 308692"/>
                  <a:gd name="csX66" fmla="*/ 127939 w 374222"/>
                  <a:gd name="csY66" fmla="*/ 234657 h 308692"/>
                  <a:gd name="csX67" fmla="*/ 177000 w 374222"/>
                  <a:gd name="csY67" fmla="*/ 259629 h 308692"/>
                  <a:gd name="csX68" fmla="*/ 177000 w 374222"/>
                  <a:gd name="csY68" fmla="*/ 259629 h 3086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</a:cxnLst>
                <a:rect l="l" t="t" r="r" b="b"/>
                <a:pathLst>
                  <a:path w="374222" h="308692">
                    <a:moveTo>
                      <a:pt x="38494" y="235327"/>
                    </a:moveTo>
                    <a:lnTo>
                      <a:pt x="39438" y="68071"/>
                    </a:lnTo>
                    <a:lnTo>
                      <a:pt x="20557" y="68071"/>
                    </a:lnTo>
                    <a:lnTo>
                      <a:pt x="20557" y="280886"/>
                    </a:lnTo>
                    <a:cubicBezTo>
                      <a:pt x="46504" y="274186"/>
                      <a:pt x="72542" y="269923"/>
                      <a:pt x="98763" y="269740"/>
                    </a:cubicBezTo>
                    <a:cubicBezTo>
                      <a:pt x="122975" y="269588"/>
                      <a:pt x="147186" y="272968"/>
                      <a:pt x="171458" y="281191"/>
                    </a:cubicBezTo>
                    <a:cubicBezTo>
                      <a:pt x="156383" y="268979"/>
                      <a:pt x="139572" y="259995"/>
                      <a:pt x="121635" y="254147"/>
                    </a:cubicBezTo>
                    <a:cubicBezTo>
                      <a:pt x="99037" y="246777"/>
                      <a:pt x="74613" y="244341"/>
                      <a:pt x="49580" y="246473"/>
                    </a:cubicBezTo>
                    <a:cubicBezTo>
                      <a:pt x="43915" y="246930"/>
                      <a:pt x="38982" y="242727"/>
                      <a:pt x="38494" y="237093"/>
                    </a:cubicBezTo>
                    <a:cubicBezTo>
                      <a:pt x="38433" y="236484"/>
                      <a:pt x="38433" y="235905"/>
                      <a:pt x="38494" y="235327"/>
                    </a:cubicBezTo>
                    <a:lnTo>
                      <a:pt x="38494" y="235327"/>
                    </a:lnTo>
                    <a:close/>
                    <a:moveTo>
                      <a:pt x="315568" y="59331"/>
                    </a:moveTo>
                    <a:cubicBezTo>
                      <a:pt x="315507" y="58844"/>
                      <a:pt x="315446" y="58326"/>
                      <a:pt x="315446" y="57778"/>
                    </a:cubicBezTo>
                    <a:cubicBezTo>
                      <a:pt x="315446" y="57260"/>
                      <a:pt x="315476" y="56742"/>
                      <a:pt x="315568" y="56225"/>
                    </a:cubicBezTo>
                    <a:lnTo>
                      <a:pt x="315568" y="22359"/>
                    </a:lnTo>
                    <a:cubicBezTo>
                      <a:pt x="291813" y="20106"/>
                      <a:pt x="267328" y="22725"/>
                      <a:pt x="245949" y="30826"/>
                    </a:cubicBezTo>
                    <a:cubicBezTo>
                      <a:pt x="225971" y="38409"/>
                      <a:pt x="208734" y="50865"/>
                      <a:pt x="197527" y="68711"/>
                    </a:cubicBezTo>
                    <a:lnTo>
                      <a:pt x="197527" y="261609"/>
                    </a:lnTo>
                    <a:cubicBezTo>
                      <a:pt x="214947" y="249975"/>
                      <a:pt x="232762" y="240412"/>
                      <a:pt x="251065" y="233895"/>
                    </a:cubicBezTo>
                    <a:cubicBezTo>
                      <a:pt x="271927" y="226464"/>
                      <a:pt x="293366" y="222932"/>
                      <a:pt x="315568" y="224698"/>
                    </a:cubicBezTo>
                    <a:lnTo>
                      <a:pt x="315568" y="59331"/>
                    </a:lnTo>
                    <a:lnTo>
                      <a:pt x="315568" y="59331"/>
                    </a:lnTo>
                    <a:close/>
                    <a:moveTo>
                      <a:pt x="336124" y="47515"/>
                    </a:moveTo>
                    <a:lnTo>
                      <a:pt x="363959" y="47515"/>
                    </a:lnTo>
                    <a:cubicBezTo>
                      <a:pt x="369624" y="47515"/>
                      <a:pt x="374223" y="52113"/>
                      <a:pt x="374223" y="57778"/>
                    </a:cubicBezTo>
                    <a:lnTo>
                      <a:pt x="374223" y="294286"/>
                    </a:lnTo>
                    <a:cubicBezTo>
                      <a:pt x="374223" y="299951"/>
                      <a:pt x="369624" y="304549"/>
                      <a:pt x="363959" y="304549"/>
                    </a:cubicBezTo>
                    <a:cubicBezTo>
                      <a:pt x="362802" y="304549"/>
                      <a:pt x="361675" y="304367"/>
                      <a:pt x="360640" y="304001"/>
                    </a:cubicBezTo>
                    <a:cubicBezTo>
                      <a:pt x="332013" y="295809"/>
                      <a:pt x="303569" y="290358"/>
                      <a:pt x="275398" y="290175"/>
                    </a:cubicBezTo>
                    <a:cubicBezTo>
                      <a:pt x="247929" y="289992"/>
                      <a:pt x="220489" y="294834"/>
                      <a:pt x="192928" y="306986"/>
                    </a:cubicBezTo>
                    <a:cubicBezTo>
                      <a:pt x="191223" y="308113"/>
                      <a:pt x="189182" y="308722"/>
                      <a:pt x="187081" y="308691"/>
                    </a:cubicBezTo>
                    <a:cubicBezTo>
                      <a:pt x="185010" y="308722"/>
                      <a:pt x="182970" y="308113"/>
                      <a:pt x="181234" y="306986"/>
                    </a:cubicBezTo>
                    <a:cubicBezTo>
                      <a:pt x="153703" y="294804"/>
                      <a:pt x="126233" y="289992"/>
                      <a:pt x="98763" y="290175"/>
                    </a:cubicBezTo>
                    <a:cubicBezTo>
                      <a:pt x="70593" y="290358"/>
                      <a:pt x="42179" y="295809"/>
                      <a:pt x="13522" y="304001"/>
                    </a:cubicBezTo>
                    <a:cubicBezTo>
                      <a:pt x="12486" y="304367"/>
                      <a:pt x="11359" y="304549"/>
                      <a:pt x="10202" y="304549"/>
                    </a:cubicBezTo>
                    <a:cubicBezTo>
                      <a:pt x="4599" y="304580"/>
                      <a:pt x="0" y="299981"/>
                      <a:pt x="0" y="294317"/>
                    </a:cubicBezTo>
                    <a:lnTo>
                      <a:pt x="0" y="57778"/>
                    </a:lnTo>
                    <a:cubicBezTo>
                      <a:pt x="0" y="52113"/>
                      <a:pt x="4599" y="47515"/>
                      <a:pt x="10263" y="47515"/>
                    </a:cubicBezTo>
                    <a:lnTo>
                      <a:pt x="39530" y="47515"/>
                    </a:lnTo>
                    <a:lnTo>
                      <a:pt x="39712" y="13223"/>
                    </a:lnTo>
                    <a:cubicBezTo>
                      <a:pt x="39743" y="8289"/>
                      <a:pt x="43215" y="4208"/>
                      <a:pt x="47874" y="3234"/>
                    </a:cubicBezTo>
                    <a:lnTo>
                      <a:pt x="47874" y="3234"/>
                    </a:lnTo>
                    <a:cubicBezTo>
                      <a:pt x="74887" y="-2400"/>
                      <a:pt x="107717" y="-999"/>
                      <a:pt x="136496" y="10025"/>
                    </a:cubicBezTo>
                    <a:cubicBezTo>
                      <a:pt x="156383" y="17639"/>
                      <a:pt x="174442" y="29790"/>
                      <a:pt x="187629" y="47332"/>
                    </a:cubicBezTo>
                    <a:cubicBezTo>
                      <a:pt x="200938" y="30978"/>
                      <a:pt x="218723" y="19222"/>
                      <a:pt x="238731" y="11639"/>
                    </a:cubicBezTo>
                    <a:cubicBezTo>
                      <a:pt x="266079" y="1254"/>
                      <a:pt x="297630" y="-1243"/>
                      <a:pt x="327323" y="3112"/>
                    </a:cubicBezTo>
                    <a:cubicBezTo>
                      <a:pt x="332439" y="3843"/>
                      <a:pt x="336094" y="8259"/>
                      <a:pt x="336094" y="13253"/>
                    </a:cubicBezTo>
                    <a:lnTo>
                      <a:pt x="336094" y="13253"/>
                    </a:lnTo>
                    <a:lnTo>
                      <a:pt x="336094" y="47515"/>
                    </a:lnTo>
                    <a:lnTo>
                      <a:pt x="336124" y="47515"/>
                    </a:lnTo>
                    <a:close/>
                    <a:moveTo>
                      <a:pt x="207485" y="279638"/>
                    </a:moveTo>
                    <a:cubicBezTo>
                      <a:pt x="230174" y="272511"/>
                      <a:pt x="252832" y="269588"/>
                      <a:pt x="275490" y="269710"/>
                    </a:cubicBezTo>
                    <a:cubicBezTo>
                      <a:pt x="301711" y="269862"/>
                      <a:pt x="327749" y="274156"/>
                      <a:pt x="353696" y="280856"/>
                    </a:cubicBezTo>
                    <a:lnTo>
                      <a:pt x="353696" y="68071"/>
                    </a:lnTo>
                    <a:lnTo>
                      <a:pt x="336124" y="68071"/>
                    </a:lnTo>
                    <a:lnTo>
                      <a:pt x="336124" y="236240"/>
                    </a:lnTo>
                    <a:cubicBezTo>
                      <a:pt x="336124" y="241905"/>
                      <a:pt x="331526" y="246503"/>
                      <a:pt x="325861" y="246503"/>
                    </a:cubicBezTo>
                    <a:cubicBezTo>
                      <a:pt x="325039" y="246503"/>
                      <a:pt x="324247" y="246412"/>
                      <a:pt x="323486" y="246229"/>
                    </a:cubicBezTo>
                    <a:cubicBezTo>
                      <a:pt x="301010" y="242697"/>
                      <a:pt x="279236" y="245620"/>
                      <a:pt x="257978" y="253203"/>
                    </a:cubicBezTo>
                    <a:cubicBezTo>
                      <a:pt x="240863" y="259325"/>
                      <a:pt x="224052" y="268461"/>
                      <a:pt x="207485" y="279638"/>
                    </a:cubicBezTo>
                    <a:lnTo>
                      <a:pt x="207485" y="279638"/>
                    </a:lnTo>
                    <a:close/>
                    <a:moveTo>
                      <a:pt x="177000" y="259629"/>
                    </a:moveTo>
                    <a:lnTo>
                      <a:pt x="177000" y="68406"/>
                    </a:lnTo>
                    <a:cubicBezTo>
                      <a:pt x="166250" y="49433"/>
                      <a:pt x="148861" y="36734"/>
                      <a:pt x="129218" y="29212"/>
                    </a:cubicBezTo>
                    <a:cubicBezTo>
                      <a:pt x="106956" y="20684"/>
                      <a:pt x="81953" y="18766"/>
                      <a:pt x="60147" y="21872"/>
                    </a:cubicBezTo>
                    <a:lnTo>
                      <a:pt x="58990" y="225338"/>
                    </a:lnTo>
                    <a:cubicBezTo>
                      <a:pt x="82775" y="224485"/>
                      <a:pt x="106042" y="227500"/>
                      <a:pt x="127939" y="234657"/>
                    </a:cubicBezTo>
                    <a:cubicBezTo>
                      <a:pt x="145358" y="240321"/>
                      <a:pt x="161865" y="248635"/>
                      <a:pt x="177000" y="259629"/>
                    </a:cubicBezTo>
                    <a:lnTo>
                      <a:pt x="177000" y="259629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l" defTabSz="1300460" rtl="0">
                  <a:defRPr/>
                </a:pPr>
                <a:endParaRPr lang="en-IN" sz="2560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38638914-9A13-B537-0A2E-F31BA073EB6E}"/>
                </a:ext>
              </a:extLst>
            </p:cNvPr>
            <p:cNvGrpSpPr/>
            <p:nvPr/>
          </p:nvGrpSpPr>
          <p:grpSpPr>
            <a:xfrm>
              <a:off x="8083139" y="3304546"/>
              <a:ext cx="2064588" cy="291215"/>
              <a:chOff x="7475365" y="3121116"/>
              <a:chExt cx="2064588" cy="291215"/>
            </a:xfrm>
          </p:grpSpPr>
          <p:sp>
            <p:nvSpPr>
              <p:cNvPr id="277" name="Graphic 275">
                <a:extLst>
                  <a:ext uri="{FF2B5EF4-FFF2-40B4-BE49-F238E27FC236}">
                    <a16:creationId xmlns:a16="http://schemas.microsoft.com/office/drawing/2014/main" id="{0D8D61B3-613D-258D-5D4A-4FBB3FCB0F62}"/>
                  </a:ext>
                </a:extLst>
              </p:cNvPr>
              <p:cNvSpPr/>
              <p:nvPr/>
            </p:nvSpPr>
            <p:spPr>
              <a:xfrm>
                <a:off x="7475365" y="3121116"/>
                <a:ext cx="312910" cy="291215"/>
              </a:xfrm>
              <a:custGeom>
                <a:avLst/>
                <a:gdLst>
                  <a:gd name="csX0" fmla="*/ 9580 w 372558"/>
                  <a:gd name="csY0" fmla="*/ 132604 h 346728"/>
                  <a:gd name="csX1" fmla="*/ 32257 w 372558"/>
                  <a:gd name="csY1" fmla="*/ 132604 h 346728"/>
                  <a:gd name="csX2" fmla="*/ 32257 w 372558"/>
                  <a:gd name="csY2" fmla="*/ 0 h 346728"/>
                  <a:gd name="csX3" fmla="*/ 90707 w 372558"/>
                  <a:gd name="csY3" fmla="*/ 0 h 346728"/>
                  <a:gd name="csX4" fmla="*/ 90707 w 372558"/>
                  <a:gd name="csY4" fmla="*/ 132604 h 346728"/>
                  <a:gd name="csX5" fmla="*/ 112262 w 372558"/>
                  <a:gd name="csY5" fmla="*/ 132604 h 346728"/>
                  <a:gd name="csX6" fmla="*/ 112262 w 372558"/>
                  <a:gd name="csY6" fmla="*/ 31559 h 346728"/>
                  <a:gd name="csX7" fmla="*/ 157191 w 372558"/>
                  <a:gd name="csY7" fmla="*/ 31559 h 346728"/>
                  <a:gd name="csX8" fmla="*/ 157191 w 372558"/>
                  <a:gd name="csY8" fmla="*/ 132604 h 346728"/>
                  <a:gd name="csX9" fmla="*/ 215489 w 372558"/>
                  <a:gd name="csY9" fmla="*/ 132604 h 346728"/>
                  <a:gd name="csX10" fmla="*/ 215489 w 372558"/>
                  <a:gd name="csY10" fmla="*/ 89858 h 346728"/>
                  <a:gd name="csX11" fmla="*/ 282670 w 372558"/>
                  <a:gd name="csY11" fmla="*/ 132604 h 346728"/>
                  <a:gd name="csX12" fmla="*/ 294888 w 372558"/>
                  <a:gd name="csY12" fmla="*/ 132604 h 346728"/>
                  <a:gd name="csX13" fmla="*/ 294888 w 372558"/>
                  <a:gd name="csY13" fmla="*/ 89858 h 346728"/>
                  <a:gd name="csX14" fmla="*/ 362069 w 372558"/>
                  <a:gd name="csY14" fmla="*/ 132604 h 346728"/>
                  <a:gd name="csX15" fmla="*/ 362948 w 372558"/>
                  <a:gd name="csY15" fmla="*/ 132604 h 346728"/>
                  <a:gd name="csX16" fmla="*/ 372559 w 372558"/>
                  <a:gd name="csY16" fmla="*/ 142214 h 346728"/>
                  <a:gd name="csX17" fmla="*/ 372559 w 372558"/>
                  <a:gd name="csY17" fmla="*/ 337118 h 346728"/>
                  <a:gd name="csX18" fmla="*/ 362948 w 372558"/>
                  <a:gd name="csY18" fmla="*/ 346729 h 346728"/>
                  <a:gd name="csX19" fmla="*/ 9580 w 372558"/>
                  <a:gd name="csY19" fmla="*/ 346729 h 346728"/>
                  <a:gd name="csX20" fmla="*/ 0 w 372558"/>
                  <a:gd name="csY20" fmla="*/ 337118 h 346728"/>
                  <a:gd name="csX21" fmla="*/ 0 w 372558"/>
                  <a:gd name="csY21" fmla="*/ 142214 h 346728"/>
                  <a:gd name="csX22" fmla="*/ 9580 w 372558"/>
                  <a:gd name="csY22" fmla="*/ 132604 h 346728"/>
                  <a:gd name="csX23" fmla="*/ 9580 w 372558"/>
                  <a:gd name="csY23" fmla="*/ 132604 h 346728"/>
                  <a:gd name="csX24" fmla="*/ 229920 w 372558"/>
                  <a:gd name="csY24" fmla="*/ 226645 h 346728"/>
                  <a:gd name="csX25" fmla="*/ 196208 w 372558"/>
                  <a:gd name="csY25" fmla="*/ 226645 h 346728"/>
                  <a:gd name="csX26" fmla="*/ 193449 w 372558"/>
                  <a:gd name="csY26" fmla="*/ 229404 h 346728"/>
                  <a:gd name="csX27" fmla="*/ 193449 w 372558"/>
                  <a:gd name="csY27" fmla="*/ 263116 h 346728"/>
                  <a:gd name="csX28" fmla="*/ 196208 w 372558"/>
                  <a:gd name="csY28" fmla="*/ 265875 h 346728"/>
                  <a:gd name="csX29" fmla="*/ 229920 w 372558"/>
                  <a:gd name="csY29" fmla="*/ 265875 h 346728"/>
                  <a:gd name="csX30" fmla="*/ 232679 w 372558"/>
                  <a:gd name="csY30" fmla="*/ 263116 h 346728"/>
                  <a:gd name="csX31" fmla="*/ 232679 w 372558"/>
                  <a:gd name="csY31" fmla="*/ 229404 h 346728"/>
                  <a:gd name="csX32" fmla="*/ 229920 w 372558"/>
                  <a:gd name="csY32" fmla="*/ 226645 h 346728"/>
                  <a:gd name="csX33" fmla="*/ 229920 w 372558"/>
                  <a:gd name="csY33" fmla="*/ 226645 h 346728"/>
                  <a:gd name="csX34" fmla="*/ 232679 w 372558"/>
                  <a:gd name="csY34" fmla="*/ 176138 h 346728"/>
                  <a:gd name="csX35" fmla="*/ 198967 w 372558"/>
                  <a:gd name="csY35" fmla="*/ 176138 h 346728"/>
                  <a:gd name="csX36" fmla="*/ 196208 w 372558"/>
                  <a:gd name="csY36" fmla="*/ 178897 h 346728"/>
                  <a:gd name="csX37" fmla="*/ 196208 w 372558"/>
                  <a:gd name="csY37" fmla="*/ 212609 h 346728"/>
                  <a:gd name="csX38" fmla="*/ 198967 w 372558"/>
                  <a:gd name="csY38" fmla="*/ 215368 h 346728"/>
                  <a:gd name="csX39" fmla="*/ 232679 w 372558"/>
                  <a:gd name="csY39" fmla="*/ 215368 h 346728"/>
                  <a:gd name="csX40" fmla="*/ 235437 w 372558"/>
                  <a:gd name="csY40" fmla="*/ 212609 h 346728"/>
                  <a:gd name="csX41" fmla="*/ 235437 w 372558"/>
                  <a:gd name="csY41" fmla="*/ 178897 h 346728"/>
                  <a:gd name="csX42" fmla="*/ 232679 w 372558"/>
                  <a:gd name="csY42" fmla="*/ 176138 h 346728"/>
                  <a:gd name="csX43" fmla="*/ 232679 w 372558"/>
                  <a:gd name="csY43" fmla="*/ 176138 h 346728"/>
                  <a:gd name="csX44" fmla="*/ 258205 w 372558"/>
                  <a:gd name="csY44" fmla="*/ 178897 h 346728"/>
                  <a:gd name="csX45" fmla="*/ 291917 w 372558"/>
                  <a:gd name="csY45" fmla="*/ 178897 h 346728"/>
                  <a:gd name="csX46" fmla="*/ 294676 w 372558"/>
                  <a:gd name="csY46" fmla="*/ 181656 h 346728"/>
                  <a:gd name="csX47" fmla="*/ 294676 w 372558"/>
                  <a:gd name="csY47" fmla="*/ 215368 h 346728"/>
                  <a:gd name="csX48" fmla="*/ 291917 w 372558"/>
                  <a:gd name="csY48" fmla="*/ 218127 h 346728"/>
                  <a:gd name="csX49" fmla="*/ 258205 w 372558"/>
                  <a:gd name="csY49" fmla="*/ 218127 h 346728"/>
                  <a:gd name="csX50" fmla="*/ 255446 w 372558"/>
                  <a:gd name="csY50" fmla="*/ 215368 h 346728"/>
                  <a:gd name="csX51" fmla="*/ 255446 w 372558"/>
                  <a:gd name="csY51" fmla="*/ 181656 h 346728"/>
                  <a:gd name="csX52" fmla="*/ 258205 w 372558"/>
                  <a:gd name="csY52" fmla="*/ 178897 h 346728"/>
                  <a:gd name="csX53" fmla="*/ 258205 w 372558"/>
                  <a:gd name="csY53" fmla="*/ 178897 h 346728"/>
                  <a:gd name="csX54" fmla="*/ 258205 w 372558"/>
                  <a:gd name="csY54" fmla="*/ 178897 h 346728"/>
                  <a:gd name="csX55" fmla="*/ 311926 w 372558"/>
                  <a:gd name="csY55" fmla="*/ 181656 h 346728"/>
                  <a:gd name="csX56" fmla="*/ 345638 w 372558"/>
                  <a:gd name="csY56" fmla="*/ 181656 h 346728"/>
                  <a:gd name="csX57" fmla="*/ 348396 w 372558"/>
                  <a:gd name="csY57" fmla="*/ 184415 h 346728"/>
                  <a:gd name="csX58" fmla="*/ 348396 w 372558"/>
                  <a:gd name="csY58" fmla="*/ 218127 h 346728"/>
                  <a:gd name="csX59" fmla="*/ 345638 w 372558"/>
                  <a:gd name="csY59" fmla="*/ 220885 h 346728"/>
                  <a:gd name="csX60" fmla="*/ 311926 w 372558"/>
                  <a:gd name="csY60" fmla="*/ 220885 h 346728"/>
                  <a:gd name="csX61" fmla="*/ 309167 w 372558"/>
                  <a:gd name="csY61" fmla="*/ 218127 h 346728"/>
                  <a:gd name="csX62" fmla="*/ 309167 w 372558"/>
                  <a:gd name="csY62" fmla="*/ 184415 h 346728"/>
                  <a:gd name="csX63" fmla="*/ 311926 w 372558"/>
                  <a:gd name="csY63" fmla="*/ 181656 h 346728"/>
                  <a:gd name="csX64" fmla="*/ 311926 w 372558"/>
                  <a:gd name="csY64" fmla="*/ 181656 h 346728"/>
                  <a:gd name="csX65" fmla="*/ 311926 w 372558"/>
                  <a:gd name="csY65" fmla="*/ 181656 h 346728"/>
                  <a:gd name="csX66" fmla="*/ 309167 w 372558"/>
                  <a:gd name="csY66" fmla="*/ 237711 h 346728"/>
                  <a:gd name="csX67" fmla="*/ 342879 w 372558"/>
                  <a:gd name="csY67" fmla="*/ 237711 h 346728"/>
                  <a:gd name="csX68" fmla="*/ 345638 w 372558"/>
                  <a:gd name="csY68" fmla="*/ 240470 h 346728"/>
                  <a:gd name="csX69" fmla="*/ 345638 w 372558"/>
                  <a:gd name="csY69" fmla="*/ 274182 h 346728"/>
                  <a:gd name="csX70" fmla="*/ 342879 w 372558"/>
                  <a:gd name="csY70" fmla="*/ 276940 h 346728"/>
                  <a:gd name="csX71" fmla="*/ 309167 w 372558"/>
                  <a:gd name="csY71" fmla="*/ 276940 h 346728"/>
                  <a:gd name="csX72" fmla="*/ 306408 w 372558"/>
                  <a:gd name="csY72" fmla="*/ 274182 h 346728"/>
                  <a:gd name="csX73" fmla="*/ 306408 w 372558"/>
                  <a:gd name="csY73" fmla="*/ 240470 h 346728"/>
                  <a:gd name="csX74" fmla="*/ 309167 w 372558"/>
                  <a:gd name="csY74" fmla="*/ 237711 h 346728"/>
                  <a:gd name="csX75" fmla="*/ 309167 w 372558"/>
                  <a:gd name="csY75" fmla="*/ 237711 h 346728"/>
                  <a:gd name="csX76" fmla="*/ 309167 w 372558"/>
                  <a:gd name="csY76" fmla="*/ 237711 h 346728"/>
                  <a:gd name="csX77" fmla="*/ 249898 w 372558"/>
                  <a:gd name="csY77" fmla="*/ 240470 h 346728"/>
                  <a:gd name="csX78" fmla="*/ 283610 w 372558"/>
                  <a:gd name="csY78" fmla="*/ 240470 h 346728"/>
                  <a:gd name="csX79" fmla="*/ 286369 w 372558"/>
                  <a:gd name="csY79" fmla="*/ 243229 h 346728"/>
                  <a:gd name="csX80" fmla="*/ 286369 w 372558"/>
                  <a:gd name="csY80" fmla="*/ 276940 h 346728"/>
                  <a:gd name="csX81" fmla="*/ 283610 w 372558"/>
                  <a:gd name="csY81" fmla="*/ 279699 h 346728"/>
                  <a:gd name="csX82" fmla="*/ 249898 w 372558"/>
                  <a:gd name="csY82" fmla="*/ 279699 h 346728"/>
                  <a:gd name="csX83" fmla="*/ 247139 w 372558"/>
                  <a:gd name="csY83" fmla="*/ 276940 h 346728"/>
                  <a:gd name="csX84" fmla="*/ 247139 w 372558"/>
                  <a:gd name="csY84" fmla="*/ 243229 h 346728"/>
                  <a:gd name="csX85" fmla="*/ 249898 w 372558"/>
                  <a:gd name="csY85" fmla="*/ 240470 h 346728"/>
                  <a:gd name="csX86" fmla="*/ 249898 w 372558"/>
                  <a:gd name="csY86" fmla="*/ 240470 h 346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372558" h="346728">
                    <a:moveTo>
                      <a:pt x="9580" y="132604"/>
                    </a:moveTo>
                    <a:lnTo>
                      <a:pt x="32257" y="132604"/>
                    </a:lnTo>
                    <a:lnTo>
                      <a:pt x="32257" y="0"/>
                    </a:lnTo>
                    <a:lnTo>
                      <a:pt x="90707" y="0"/>
                    </a:lnTo>
                    <a:lnTo>
                      <a:pt x="90707" y="132604"/>
                    </a:lnTo>
                    <a:lnTo>
                      <a:pt x="112262" y="132604"/>
                    </a:lnTo>
                    <a:lnTo>
                      <a:pt x="112262" y="31559"/>
                    </a:lnTo>
                    <a:lnTo>
                      <a:pt x="157191" y="31559"/>
                    </a:lnTo>
                    <a:lnTo>
                      <a:pt x="157191" y="132604"/>
                    </a:lnTo>
                    <a:lnTo>
                      <a:pt x="215489" y="132604"/>
                    </a:lnTo>
                    <a:lnTo>
                      <a:pt x="215489" y="89858"/>
                    </a:lnTo>
                    <a:lnTo>
                      <a:pt x="282670" y="132604"/>
                    </a:lnTo>
                    <a:lnTo>
                      <a:pt x="294888" y="132604"/>
                    </a:lnTo>
                    <a:lnTo>
                      <a:pt x="294888" y="89858"/>
                    </a:lnTo>
                    <a:lnTo>
                      <a:pt x="362069" y="132604"/>
                    </a:lnTo>
                    <a:lnTo>
                      <a:pt x="362948" y="132604"/>
                    </a:lnTo>
                    <a:cubicBezTo>
                      <a:pt x="368223" y="132604"/>
                      <a:pt x="372559" y="136939"/>
                      <a:pt x="372559" y="142214"/>
                    </a:cubicBezTo>
                    <a:lnTo>
                      <a:pt x="372559" y="337118"/>
                    </a:lnTo>
                    <a:cubicBezTo>
                      <a:pt x="372559" y="342393"/>
                      <a:pt x="368223" y="346729"/>
                      <a:pt x="362948" y="346729"/>
                    </a:cubicBezTo>
                    <a:lnTo>
                      <a:pt x="9580" y="346729"/>
                    </a:lnTo>
                    <a:cubicBezTo>
                      <a:pt x="4305" y="346729"/>
                      <a:pt x="0" y="342393"/>
                      <a:pt x="0" y="337118"/>
                    </a:cubicBezTo>
                    <a:lnTo>
                      <a:pt x="0" y="142214"/>
                    </a:lnTo>
                    <a:cubicBezTo>
                      <a:pt x="0" y="136939"/>
                      <a:pt x="4305" y="132604"/>
                      <a:pt x="9580" y="132604"/>
                    </a:cubicBezTo>
                    <a:lnTo>
                      <a:pt x="9580" y="132604"/>
                    </a:lnTo>
                    <a:close/>
                    <a:moveTo>
                      <a:pt x="229920" y="226645"/>
                    </a:moveTo>
                    <a:lnTo>
                      <a:pt x="196208" y="226645"/>
                    </a:lnTo>
                    <a:cubicBezTo>
                      <a:pt x="194692" y="226645"/>
                      <a:pt x="193449" y="227888"/>
                      <a:pt x="193449" y="229404"/>
                    </a:cubicBezTo>
                    <a:lnTo>
                      <a:pt x="193449" y="263116"/>
                    </a:lnTo>
                    <a:cubicBezTo>
                      <a:pt x="193449" y="264632"/>
                      <a:pt x="194692" y="265875"/>
                      <a:pt x="196208" y="265875"/>
                    </a:cubicBezTo>
                    <a:lnTo>
                      <a:pt x="229920" y="265875"/>
                    </a:lnTo>
                    <a:cubicBezTo>
                      <a:pt x="231436" y="265875"/>
                      <a:pt x="232679" y="264632"/>
                      <a:pt x="232679" y="263116"/>
                    </a:cubicBezTo>
                    <a:lnTo>
                      <a:pt x="232679" y="229404"/>
                    </a:lnTo>
                    <a:cubicBezTo>
                      <a:pt x="232679" y="227888"/>
                      <a:pt x="231436" y="226645"/>
                      <a:pt x="229920" y="226645"/>
                    </a:cubicBezTo>
                    <a:lnTo>
                      <a:pt x="229920" y="226645"/>
                    </a:lnTo>
                    <a:close/>
                    <a:moveTo>
                      <a:pt x="232679" y="176138"/>
                    </a:moveTo>
                    <a:lnTo>
                      <a:pt x="198967" y="176138"/>
                    </a:lnTo>
                    <a:cubicBezTo>
                      <a:pt x="197451" y="176138"/>
                      <a:pt x="196208" y="177381"/>
                      <a:pt x="196208" y="178897"/>
                    </a:cubicBezTo>
                    <a:lnTo>
                      <a:pt x="196208" y="212609"/>
                    </a:lnTo>
                    <a:cubicBezTo>
                      <a:pt x="196208" y="214125"/>
                      <a:pt x="197451" y="215368"/>
                      <a:pt x="198967" y="215368"/>
                    </a:cubicBezTo>
                    <a:lnTo>
                      <a:pt x="232679" y="215368"/>
                    </a:lnTo>
                    <a:cubicBezTo>
                      <a:pt x="234194" y="215368"/>
                      <a:pt x="235437" y="214125"/>
                      <a:pt x="235437" y="212609"/>
                    </a:cubicBezTo>
                    <a:lnTo>
                      <a:pt x="235437" y="178897"/>
                    </a:lnTo>
                    <a:cubicBezTo>
                      <a:pt x="235437" y="177381"/>
                      <a:pt x="234194" y="176138"/>
                      <a:pt x="232679" y="176138"/>
                    </a:cubicBezTo>
                    <a:lnTo>
                      <a:pt x="232679" y="176138"/>
                    </a:lnTo>
                    <a:close/>
                    <a:moveTo>
                      <a:pt x="258205" y="178897"/>
                    </a:moveTo>
                    <a:lnTo>
                      <a:pt x="291917" y="178897"/>
                    </a:lnTo>
                    <a:cubicBezTo>
                      <a:pt x="293433" y="178897"/>
                      <a:pt x="294676" y="180140"/>
                      <a:pt x="294676" y="181656"/>
                    </a:cubicBezTo>
                    <a:lnTo>
                      <a:pt x="294676" y="215368"/>
                    </a:lnTo>
                    <a:cubicBezTo>
                      <a:pt x="294676" y="216884"/>
                      <a:pt x="293433" y="218127"/>
                      <a:pt x="291917" y="218127"/>
                    </a:cubicBezTo>
                    <a:lnTo>
                      <a:pt x="258205" y="218127"/>
                    </a:lnTo>
                    <a:cubicBezTo>
                      <a:pt x="256689" y="218127"/>
                      <a:pt x="255446" y="216884"/>
                      <a:pt x="255446" y="215368"/>
                    </a:cubicBezTo>
                    <a:lnTo>
                      <a:pt x="255446" y="181656"/>
                    </a:lnTo>
                    <a:cubicBezTo>
                      <a:pt x="255446" y="180140"/>
                      <a:pt x="256689" y="178897"/>
                      <a:pt x="258205" y="178897"/>
                    </a:cubicBezTo>
                    <a:lnTo>
                      <a:pt x="258205" y="178897"/>
                    </a:lnTo>
                    <a:lnTo>
                      <a:pt x="258205" y="178897"/>
                    </a:lnTo>
                    <a:close/>
                    <a:moveTo>
                      <a:pt x="311926" y="181656"/>
                    </a:moveTo>
                    <a:lnTo>
                      <a:pt x="345638" y="181656"/>
                    </a:lnTo>
                    <a:cubicBezTo>
                      <a:pt x="347153" y="181656"/>
                      <a:pt x="348396" y="182899"/>
                      <a:pt x="348396" y="184415"/>
                    </a:cubicBezTo>
                    <a:lnTo>
                      <a:pt x="348396" y="218127"/>
                    </a:lnTo>
                    <a:cubicBezTo>
                      <a:pt x="348396" y="219642"/>
                      <a:pt x="347153" y="220885"/>
                      <a:pt x="345638" y="220885"/>
                    </a:cubicBezTo>
                    <a:lnTo>
                      <a:pt x="311926" y="220885"/>
                    </a:lnTo>
                    <a:cubicBezTo>
                      <a:pt x="310410" y="220885"/>
                      <a:pt x="309167" y="219642"/>
                      <a:pt x="309167" y="218127"/>
                    </a:cubicBezTo>
                    <a:lnTo>
                      <a:pt x="309167" y="184415"/>
                    </a:lnTo>
                    <a:cubicBezTo>
                      <a:pt x="309167" y="182899"/>
                      <a:pt x="310410" y="181656"/>
                      <a:pt x="311926" y="181656"/>
                    </a:cubicBezTo>
                    <a:lnTo>
                      <a:pt x="311926" y="181656"/>
                    </a:lnTo>
                    <a:lnTo>
                      <a:pt x="311926" y="181656"/>
                    </a:lnTo>
                    <a:close/>
                    <a:moveTo>
                      <a:pt x="309167" y="237711"/>
                    </a:moveTo>
                    <a:lnTo>
                      <a:pt x="342879" y="237711"/>
                    </a:lnTo>
                    <a:cubicBezTo>
                      <a:pt x="344395" y="237711"/>
                      <a:pt x="345638" y="238954"/>
                      <a:pt x="345638" y="240470"/>
                    </a:cubicBezTo>
                    <a:lnTo>
                      <a:pt x="345638" y="274182"/>
                    </a:lnTo>
                    <a:cubicBezTo>
                      <a:pt x="345638" y="275697"/>
                      <a:pt x="344395" y="276940"/>
                      <a:pt x="342879" y="276940"/>
                    </a:cubicBezTo>
                    <a:lnTo>
                      <a:pt x="309167" y="276940"/>
                    </a:lnTo>
                    <a:cubicBezTo>
                      <a:pt x="307651" y="276940"/>
                      <a:pt x="306408" y="275697"/>
                      <a:pt x="306408" y="274182"/>
                    </a:cubicBezTo>
                    <a:lnTo>
                      <a:pt x="306408" y="240470"/>
                    </a:lnTo>
                    <a:cubicBezTo>
                      <a:pt x="306408" y="238924"/>
                      <a:pt x="307621" y="237711"/>
                      <a:pt x="309167" y="237711"/>
                    </a:cubicBezTo>
                    <a:lnTo>
                      <a:pt x="309167" y="237711"/>
                    </a:lnTo>
                    <a:lnTo>
                      <a:pt x="309167" y="237711"/>
                    </a:lnTo>
                    <a:close/>
                    <a:moveTo>
                      <a:pt x="249898" y="240470"/>
                    </a:moveTo>
                    <a:lnTo>
                      <a:pt x="283610" y="240470"/>
                    </a:lnTo>
                    <a:cubicBezTo>
                      <a:pt x="285126" y="240470"/>
                      <a:pt x="286369" y="241713"/>
                      <a:pt x="286369" y="243229"/>
                    </a:cubicBezTo>
                    <a:lnTo>
                      <a:pt x="286369" y="276940"/>
                    </a:lnTo>
                    <a:cubicBezTo>
                      <a:pt x="286369" y="278456"/>
                      <a:pt x="285126" y="279699"/>
                      <a:pt x="283610" y="279699"/>
                    </a:cubicBezTo>
                    <a:lnTo>
                      <a:pt x="249898" y="279699"/>
                    </a:lnTo>
                    <a:cubicBezTo>
                      <a:pt x="248382" y="279699"/>
                      <a:pt x="247139" y="278456"/>
                      <a:pt x="247139" y="276940"/>
                    </a:cubicBezTo>
                    <a:lnTo>
                      <a:pt x="247139" y="243229"/>
                    </a:lnTo>
                    <a:cubicBezTo>
                      <a:pt x="247139" y="241682"/>
                      <a:pt x="248382" y="240470"/>
                      <a:pt x="249898" y="240470"/>
                    </a:cubicBezTo>
                    <a:lnTo>
                      <a:pt x="249898" y="240470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4FD39CF4-B1CD-BBB9-B31F-EBDC3E8EA14C}"/>
                  </a:ext>
                </a:extLst>
              </p:cNvPr>
              <p:cNvSpPr txBox="1"/>
              <p:nvPr/>
            </p:nvSpPr>
            <p:spPr>
              <a:xfrm>
                <a:off x="7864840" y="3128224"/>
                <a:ext cx="16751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Industrial manufacturing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5EF09FB-C4F4-993D-179E-3B4BBFE1FE72}"/>
                </a:ext>
              </a:extLst>
            </p:cNvPr>
            <p:cNvGrpSpPr/>
            <p:nvPr/>
          </p:nvGrpSpPr>
          <p:grpSpPr>
            <a:xfrm>
              <a:off x="667224" y="3955203"/>
              <a:ext cx="2257553" cy="343636"/>
              <a:chOff x="604707" y="3732753"/>
              <a:chExt cx="2257553" cy="343636"/>
            </a:xfrm>
          </p:grpSpPr>
          <p:grpSp>
            <p:nvGrpSpPr>
              <p:cNvPr id="127" name="Graphic 125">
                <a:extLst>
                  <a:ext uri="{FF2B5EF4-FFF2-40B4-BE49-F238E27FC236}">
                    <a16:creationId xmlns:a16="http://schemas.microsoft.com/office/drawing/2014/main" id="{71CC4827-F342-C656-C8C1-58F54976077B}"/>
                  </a:ext>
                </a:extLst>
              </p:cNvPr>
              <p:cNvGrpSpPr/>
              <p:nvPr/>
            </p:nvGrpSpPr>
            <p:grpSpPr>
              <a:xfrm>
                <a:off x="604707" y="3732753"/>
                <a:ext cx="301932" cy="343636"/>
                <a:chOff x="604707" y="3741627"/>
                <a:chExt cx="301932" cy="343636"/>
              </a:xfr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E73DC2D8-082D-3AB3-9745-50CB2C0EF7EA}"/>
                    </a:ext>
                  </a:extLst>
                </p:cNvPr>
                <p:cNvSpPr/>
                <p:nvPr/>
              </p:nvSpPr>
              <p:spPr>
                <a:xfrm>
                  <a:off x="604707" y="3741627"/>
                  <a:ext cx="301932" cy="343636"/>
                </a:xfrm>
                <a:custGeom>
                  <a:avLst/>
                  <a:gdLst>
                    <a:gd name="csX0" fmla="*/ 301932 w 301932"/>
                    <a:gd name="csY0" fmla="*/ 160444 h 343636"/>
                    <a:gd name="csX1" fmla="*/ 254298 w 301932"/>
                    <a:gd name="csY1" fmla="*/ 112884 h 343636"/>
                    <a:gd name="csX2" fmla="*/ 206649 w 301932"/>
                    <a:gd name="csY2" fmla="*/ 160444 h 343636"/>
                    <a:gd name="csX3" fmla="*/ 246298 w 301932"/>
                    <a:gd name="csY3" fmla="*/ 207268 h 343636"/>
                    <a:gd name="csX4" fmla="*/ 246298 w 301932"/>
                    <a:gd name="csY4" fmla="*/ 257212 h 343636"/>
                    <a:gd name="csX5" fmla="*/ 175777 w 301932"/>
                    <a:gd name="csY5" fmla="*/ 327733 h 343636"/>
                    <a:gd name="csX6" fmla="*/ 105249 w 301932"/>
                    <a:gd name="csY6" fmla="*/ 257212 h 343636"/>
                    <a:gd name="csX7" fmla="*/ 105077 w 301932"/>
                    <a:gd name="csY7" fmla="*/ 199996 h 343636"/>
                    <a:gd name="csX8" fmla="*/ 157626 w 301932"/>
                    <a:gd name="csY8" fmla="*/ 168299 h 343636"/>
                    <a:gd name="csX9" fmla="*/ 160292 w 301932"/>
                    <a:gd name="csY9" fmla="*/ 158767 h 343636"/>
                    <a:gd name="csX10" fmla="*/ 194278 w 301932"/>
                    <a:gd name="csY10" fmla="*/ 64239 h 343636"/>
                    <a:gd name="csX11" fmla="*/ 140987 w 301932"/>
                    <a:gd name="csY11" fmla="*/ 7168 h 343636"/>
                    <a:gd name="csX12" fmla="*/ 140939 w 301932"/>
                    <a:gd name="csY12" fmla="*/ 7086 h 343636"/>
                    <a:gd name="csX13" fmla="*/ 129778 w 301932"/>
                    <a:gd name="csY13" fmla="*/ 0 h 343636"/>
                    <a:gd name="csX14" fmla="*/ 117070 w 301932"/>
                    <a:gd name="csY14" fmla="*/ 12618 h 343636"/>
                    <a:gd name="csX15" fmla="*/ 129778 w 301932"/>
                    <a:gd name="csY15" fmla="*/ 25319 h 343636"/>
                    <a:gd name="csX16" fmla="*/ 137228 w 301932"/>
                    <a:gd name="csY16" fmla="*/ 22522 h 343636"/>
                    <a:gd name="csX17" fmla="*/ 137523 w 301932"/>
                    <a:gd name="csY17" fmla="*/ 22632 h 343636"/>
                    <a:gd name="csX18" fmla="*/ 178464 w 301932"/>
                    <a:gd name="csY18" fmla="*/ 64239 h 343636"/>
                    <a:gd name="csX19" fmla="*/ 147915 w 301932"/>
                    <a:gd name="csY19" fmla="*/ 148650 h 343636"/>
                    <a:gd name="csX20" fmla="*/ 139571 w 301932"/>
                    <a:gd name="csY20" fmla="*/ 152691 h 343636"/>
                    <a:gd name="csX21" fmla="*/ 97242 w 301932"/>
                    <a:gd name="csY21" fmla="*/ 176684 h 343636"/>
                    <a:gd name="csX22" fmla="*/ 54941 w 301932"/>
                    <a:gd name="csY22" fmla="*/ 152842 h 343636"/>
                    <a:gd name="csX23" fmla="*/ 46618 w 301932"/>
                    <a:gd name="csY23" fmla="*/ 148808 h 343636"/>
                    <a:gd name="csX24" fmla="*/ 15993 w 301932"/>
                    <a:gd name="csY24" fmla="*/ 64232 h 343636"/>
                    <a:gd name="csX25" fmla="*/ 56989 w 301932"/>
                    <a:gd name="csY25" fmla="*/ 22611 h 343636"/>
                    <a:gd name="csX26" fmla="*/ 57099 w 301932"/>
                    <a:gd name="csY26" fmla="*/ 22508 h 343636"/>
                    <a:gd name="csX27" fmla="*/ 64707 w 301932"/>
                    <a:gd name="csY27" fmla="*/ 25312 h 343636"/>
                    <a:gd name="csX28" fmla="*/ 77407 w 301932"/>
                    <a:gd name="csY28" fmla="*/ 12611 h 343636"/>
                    <a:gd name="csX29" fmla="*/ 64700 w 301932"/>
                    <a:gd name="csY29" fmla="*/ 0 h 343636"/>
                    <a:gd name="csX30" fmla="*/ 53387 w 301932"/>
                    <a:gd name="csY30" fmla="*/ 7072 h 343636"/>
                    <a:gd name="csX31" fmla="*/ 53360 w 301932"/>
                    <a:gd name="csY31" fmla="*/ 7079 h 343636"/>
                    <a:gd name="csX32" fmla="*/ 0 w 301932"/>
                    <a:gd name="csY32" fmla="*/ 64239 h 343636"/>
                    <a:gd name="csX33" fmla="*/ 34219 w 301932"/>
                    <a:gd name="csY33" fmla="*/ 158925 h 343636"/>
                    <a:gd name="csX34" fmla="*/ 36893 w 301932"/>
                    <a:gd name="csY34" fmla="*/ 168457 h 343636"/>
                    <a:gd name="csX35" fmla="*/ 89235 w 301932"/>
                    <a:gd name="csY35" fmla="*/ 199996 h 343636"/>
                    <a:gd name="csX36" fmla="*/ 89256 w 301932"/>
                    <a:gd name="csY36" fmla="*/ 257205 h 343636"/>
                    <a:gd name="csX37" fmla="*/ 175777 w 301932"/>
                    <a:gd name="csY37" fmla="*/ 343636 h 343636"/>
                    <a:gd name="csX38" fmla="*/ 262126 w 301932"/>
                    <a:gd name="csY38" fmla="*/ 257205 h 343636"/>
                    <a:gd name="csX39" fmla="*/ 262126 w 301932"/>
                    <a:gd name="csY39" fmla="*/ 207261 h 343636"/>
                    <a:gd name="csX40" fmla="*/ 301932 w 301932"/>
                    <a:gd name="csY40" fmla="*/ 160444 h 343636"/>
                    <a:gd name="csX41" fmla="*/ 254298 w 301932"/>
                    <a:gd name="csY41" fmla="*/ 192264 h 343636"/>
                    <a:gd name="csX42" fmla="*/ 222477 w 301932"/>
                    <a:gd name="csY42" fmla="*/ 160457 h 343636"/>
                    <a:gd name="csX43" fmla="*/ 254298 w 301932"/>
                    <a:gd name="csY43" fmla="*/ 128726 h 343636"/>
                    <a:gd name="csX44" fmla="*/ 285953 w 301932"/>
                    <a:gd name="csY44" fmla="*/ 160457 h 343636"/>
                    <a:gd name="csX45" fmla="*/ 254298 w 301932"/>
                    <a:gd name="csY45" fmla="*/ 192264 h 3436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</a:cxnLst>
                  <a:rect l="l" t="t" r="r" b="b"/>
                  <a:pathLst>
                    <a:path w="301932" h="343636">
                      <a:moveTo>
                        <a:pt x="301932" y="160444"/>
                      </a:moveTo>
                      <a:cubicBezTo>
                        <a:pt x="301932" y="134231"/>
                        <a:pt x="280524" y="112884"/>
                        <a:pt x="254298" y="112884"/>
                      </a:cubicBezTo>
                      <a:cubicBezTo>
                        <a:pt x="228071" y="112884"/>
                        <a:pt x="206649" y="134224"/>
                        <a:pt x="206649" y="160444"/>
                      </a:cubicBezTo>
                      <a:cubicBezTo>
                        <a:pt x="206649" y="184051"/>
                        <a:pt x="223803" y="203515"/>
                        <a:pt x="246298" y="207268"/>
                      </a:cubicBezTo>
                      <a:lnTo>
                        <a:pt x="246298" y="257212"/>
                      </a:lnTo>
                      <a:cubicBezTo>
                        <a:pt x="246298" y="296139"/>
                        <a:pt x="214704" y="327733"/>
                        <a:pt x="175777" y="327733"/>
                      </a:cubicBezTo>
                      <a:cubicBezTo>
                        <a:pt x="136850" y="327733"/>
                        <a:pt x="105249" y="296132"/>
                        <a:pt x="105249" y="257212"/>
                      </a:cubicBezTo>
                      <a:lnTo>
                        <a:pt x="105077" y="199996"/>
                      </a:lnTo>
                      <a:cubicBezTo>
                        <a:pt x="123537" y="197536"/>
                        <a:pt x="141578" y="186739"/>
                        <a:pt x="157626" y="168299"/>
                      </a:cubicBezTo>
                      <a:cubicBezTo>
                        <a:pt x="159983" y="165591"/>
                        <a:pt x="160698" y="162100"/>
                        <a:pt x="160292" y="158767"/>
                      </a:cubicBezTo>
                      <a:cubicBezTo>
                        <a:pt x="181268" y="131035"/>
                        <a:pt x="194278" y="93270"/>
                        <a:pt x="194278" y="64239"/>
                      </a:cubicBezTo>
                      <a:cubicBezTo>
                        <a:pt x="194278" y="19422"/>
                        <a:pt x="174196" y="14769"/>
                        <a:pt x="140987" y="7168"/>
                      </a:cubicBezTo>
                      <a:lnTo>
                        <a:pt x="140939" y="7086"/>
                      </a:lnTo>
                      <a:cubicBezTo>
                        <a:pt x="138898" y="2976"/>
                        <a:pt x="134774" y="0"/>
                        <a:pt x="129778" y="0"/>
                      </a:cubicBezTo>
                      <a:cubicBezTo>
                        <a:pt x="122761" y="0"/>
                        <a:pt x="117070" y="5684"/>
                        <a:pt x="117070" y="12618"/>
                      </a:cubicBezTo>
                      <a:cubicBezTo>
                        <a:pt x="117070" y="19635"/>
                        <a:pt x="122754" y="25319"/>
                        <a:pt x="129778" y="25319"/>
                      </a:cubicBezTo>
                      <a:cubicBezTo>
                        <a:pt x="132554" y="25319"/>
                        <a:pt x="135159" y="24164"/>
                        <a:pt x="137228" y="22522"/>
                      </a:cubicBezTo>
                      <a:lnTo>
                        <a:pt x="137523" y="22632"/>
                      </a:lnTo>
                      <a:cubicBezTo>
                        <a:pt x="169763" y="30034"/>
                        <a:pt x="178464" y="32041"/>
                        <a:pt x="178464" y="64239"/>
                      </a:cubicBezTo>
                      <a:cubicBezTo>
                        <a:pt x="178464" y="89771"/>
                        <a:pt x="166382" y="123963"/>
                        <a:pt x="147915" y="148650"/>
                      </a:cubicBezTo>
                      <a:cubicBezTo>
                        <a:pt x="144856" y="148829"/>
                        <a:pt x="141832" y="150176"/>
                        <a:pt x="139571" y="152691"/>
                      </a:cubicBezTo>
                      <a:cubicBezTo>
                        <a:pt x="130135" y="163612"/>
                        <a:pt x="115056" y="176684"/>
                        <a:pt x="97242" y="176684"/>
                      </a:cubicBezTo>
                      <a:cubicBezTo>
                        <a:pt x="79442" y="176684"/>
                        <a:pt x="64377" y="163736"/>
                        <a:pt x="54941" y="152842"/>
                      </a:cubicBezTo>
                      <a:cubicBezTo>
                        <a:pt x="52673" y="150327"/>
                        <a:pt x="49655" y="148980"/>
                        <a:pt x="46618" y="148808"/>
                      </a:cubicBezTo>
                      <a:cubicBezTo>
                        <a:pt x="28103" y="124032"/>
                        <a:pt x="15993" y="89799"/>
                        <a:pt x="15993" y="64232"/>
                      </a:cubicBezTo>
                      <a:cubicBezTo>
                        <a:pt x="15993" y="32013"/>
                        <a:pt x="24549" y="30013"/>
                        <a:pt x="56989" y="22611"/>
                      </a:cubicBezTo>
                      <a:lnTo>
                        <a:pt x="57099" y="22508"/>
                      </a:lnTo>
                      <a:cubicBezTo>
                        <a:pt x="59325" y="24151"/>
                        <a:pt x="61751" y="25312"/>
                        <a:pt x="64707" y="25312"/>
                      </a:cubicBezTo>
                      <a:cubicBezTo>
                        <a:pt x="71724" y="25312"/>
                        <a:pt x="77407" y="19622"/>
                        <a:pt x="77407" y="12611"/>
                      </a:cubicBezTo>
                      <a:cubicBezTo>
                        <a:pt x="77401" y="5684"/>
                        <a:pt x="71724" y="0"/>
                        <a:pt x="64700" y="0"/>
                      </a:cubicBezTo>
                      <a:cubicBezTo>
                        <a:pt x="59690" y="0"/>
                        <a:pt x="55573" y="2976"/>
                        <a:pt x="53387" y="7072"/>
                      </a:cubicBezTo>
                      <a:lnTo>
                        <a:pt x="53360" y="7079"/>
                      </a:lnTo>
                      <a:cubicBezTo>
                        <a:pt x="20116" y="14749"/>
                        <a:pt x="0" y="19319"/>
                        <a:pt x="0" y="64239"/>
                      </a:cubicBezTo>
                      <a:cubicBezTo>
                        <a:pt x="0" y="93297"/>
                        <a:pt x="13058" y="131200"/>
                        <a:pt x="34219" y="158925"/>
                      </a:cubicBezTo>
                      <a:cubicBezTo>
                        <a:pt x="33814" y="162258"/>
                        <a:pt x="34535" y="165756"/>
                        <a:pt x="36893" y="168457"/>
                      </a:cubicBezTo>
                      <a:cubicBezTo>
                        <a:pt x="52927" y="186773"/>
                        <a:pt x="70796" y="197529"/>
                        <a:pt x="89235" y="199996"/>
                      </a:cubicBezTo>
                      <a:lnTo>
                        <a:pt x="89256" y="257205"/>
                      </a:lnTo>
                      <a:cubicBezTo>
                        <a:pt x="89263" y="304867"/>
                        <a:pt x="128121" y="343636"/>
                        <a:pt x="175777" y="343636"/>
                      </a:cubicBezTo>
                      <a:cubicBezTo>
                        <a:pt x="223432" y="343636"/>
                        <a:pt x="262126" y="304867"/>
                        <a:pt x="262126" y="257205"/>
                      </a:cubicBezTo>
                      <a:lnTo>
                        <a:pt x="262126" y="207261"/>
                      </a:lnTo>
                      <a:cubicBezTo>
                        <a:pt x="284613" y="203508"/>
                        <a:pt x="301932" y="184045"/>
                        <a:pt x="301932" y="160444"/>
                      </a:cubicBezTo>
                      <a:close/>
                      <a:moveTo>
                        <a:pt x="254298" y="192264"/>
                      </a:moveTo>
                      <a:cubicBezTo>
                        <a:pt x="236820" y="192264"/>
                        <a:pt x="222477" y="178010"/>
                        <a:pt x="222477" y="160457"/>
                      </a:cubicBezTo>
                      <a:cubicBezTo>
                        <a:pt x="222477" y="142973"/>
                        <a:pt x="236820" y="128726"/>
                        <a:pt x="254298" y="128726"/>
                      </a:cubicBezTo>
                      <a:cubicBezTo>
                        <a:pt x="271775" y="128726"/>
                        <a:pt x="285953" y="142973"/>
                        <a:pt x="285953" y="160457"/>
                      </a:cubicBezTo>
                      <a:cubicBezTo>
                        <a:pt x="285960" y="178003"/>
                        <a:pt x="271775" y="192264"/>
                        <a:pt x="254298" y="192264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AF89D568-BCF2-86D0-2A77-CC14E6EC55B1}"/>
                    </a:ext>
                  </a:extLst>
                </p:cNvPr>
                <p:cNvSpPr/>
                <p:nvPr/>
              </p:nvSpPr>
              <p:spPr>
                <a:xfrm>
                  <a:off x="835184" y="3878332"/>
                  <a:ext cx="47641" cy="47552"/>
                </a:xfrm>
                <a:custGeom>
                  <a:avLst/>
                  <a:gdLst>
                    <a:gd name="csX0" fmla="*/ 23821 w 47641"/>
                    <a:gd name="csY0" fmla="*/ 0 h 47552"/>
                    <a:gd name="csX1" fmla="*/ 0 w 47641"/>
                    <a:gd name="csY1" fmla="*/ 23745 h 47552"/>
                    <a:gd name="csX2" fmla="*/ 23821 w 47641"/>
                    <a:gd name="csY2" fmla="*/ 47552 h 47552"/>
                    <a:gd name="csX3" fmla="*/ 47642 w 47641"/>
                    <a:gd name="csY3" fmla="*/ 23745 h 47552"/>
                    <a:gd name="csX4" fmla="*/ 23821 w 47641"/>
                    <a:gd name="csY4" fmla="*/ 0 h 475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7641" h="47552">
                      <a:moveTo>
                        <a:pt x="23821" y="0"/>
                      </a:moveTo>
                      <a:cubicBezTo>
                        <a:pt x="10694" y="0"/>
                        <a:pt x="0" y="10618"/>
                        <a:pt x="0" y="23745"/>
                      </a:cubicBezTo>
                      <a:cubicBezTo>
                        <a:pt x="0" y="36948"/>
                        <a:pt x="10694" y="47552"/>
                        <a:pt x="23821" y="47552"/>
                      </a:cubicBezTo>
                      <a:cubicBezTo>
                        <a:pt x="36941" y="47552"/>
                        <a:pt x="47642" y="36948"/>
                        <a:pt x="47642" y="23745"/>
                      </a:cubicBezTo>
                      <a:cubicBezTo>
                        <a:pt x="47642" y="10618"/>
                        <a:pt x="36941" y="0"/>
                        <a:pt x="23821" y="0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A9AF492-8967-09D1-C3D0-2F7FF37EF229}"/>
                  </a:ext>
                </a:extLst>
              </p:cNvPr>
              <p:cNvSpPr txBox="1"/>
              <p:nvPr/>
            </p:nvSpPr>
            <p:spPr>
              <a:xfrm>
                <a:off x="1047746" y="3766072"/>
                <a:ext cx="18145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Life science and healthcare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52D1A4D-D974-10F6-53B8-BDFE31E49D10}"/>
                </a:ext>
              </a:extLst>
            </p:cNvPr>
            <p:cNvGrpSpPr/>
            <p:nvPr/>
          </p:nvGrpSpPr>
          <p:grpSpPr>
            <a:xfrm>
              <a:off x="4164897" y="3955371"/>
              <a:ext cx="2638424" cy="343300"/>
              <a:chOff x="4003904" y="3829556"/>
              <a:chExt cx="2638424" cy="343300"/>
            </a:xfrm>
          </p:grpSpPr>
          <p:sp>
            <p:nvSpPr>
              <p:cNvPr id="203" name="Graphic 201">
                <a:extLst>
                  <a:ext uri="{FF2B5EF4-FFF2-40B4-BE49-F238E27FC236}">
                    <a16:creationId xmlns:a16="http://schemas.microsoft.com/office/drawing/2014/main" id="{B311D4D0-C82B-E7F3-2E34-A09561327AD7}"/>
                  </a:ext>
                </a:extLst>
              </p:cNvPr>
              <p:cNvSpPr/>
              <p:nvPr/>
            </p:nvSpPr>
            <p:spPr>
              <a:xfrm>
                <a:off x="4003904" y="3829556"/>
                <a:ext cx="322571" cy="343300"/>
              </a:xfrm>
              <a:custGeom>
                <a:avLst/>
                <a:gdLst>
                  <a:gd name="csX0" fmla="*/ 301925 w 322571"/>
                  <a:gd name="csY0" fmla="*/ 43471 h 343300"/>
                  <a:gd name="csX1" fmla="*/ 15925 w 322571"/>
                  <a:gd name="csY1" fmla="*/ 147624 h 343300"/>
                  <a:gd name="csX2" fmla="*/ 0 w 322571"/>
                  <a:gd name="csY2" fmla="*/ 103985 h 343300"/>
                  <a:gd name="csX3" fmla="*/ 286000 w 322571"/>
                  <a:gd name="csY3" fmla="*/ 0 h 343300"/>
                  <a:gd name="csX4" fmla="*/ 301925 w 322571"/>
                  <a:gd name="csY4" fmla="*/ 43471 h 343300"/>
                  <a:gd name="csX5" fmla="*/ 301925 w 322571"/>
                  <a:gd name="csY5" fmla="*/ 43471 h 343300"/>
                  <a:gd name="csX6" fmla="*/ 322571 w 322571"/>
                  <a:gd name="csY6" fmla="*/ 343301 h 343300"/>
                  <a:gd name="csX7" fmla="*/ 16400 w 322571"/>
                  <a:gd name="csY7" fmla="*/ 343301 h 343300"/>
                  <a:gd name="csX8" fmla="*/ 16400 w 322571"/>
                  <a:gd name="csY8" fmla="*/ 149943 h 343300"/>
                  <a:gd name="csX9" fmla="*/ 322571 w 322571"/>
                  <a:gd name="csY9" fmla="*/ 149943 h 343300"/>
                  <a:gd name="csX10" fmla="*/ 322571 w 322571"/>
                  <a:gd name="csY10" fmla="*/ 343301 h 343300"/>
                  <a:gd name="csX11" fmla="*/ 322571 w 322571"/>
                  <a:gd name="csY11" fmla="*/ 343301 h 343300"/>
                  <a:gd name="csX12" fmla="*/ 284380 w 322571"/>
                  <a:gd name="csY12" fmla="*/ 43723 h 343300"/>
                  <a:gd name="csX13" fmla="*/ 284380 w 322571"/>
                  <a:gd name="csY13" fmla="*/ 6593 h 343300"/>
                  <a:gd name="csX14" fmla="*/ 264181 w 322571"/>
                  <a:gd name="csY14" fmla="*/ 13885 h 343300"/>
                  <a:gd name="csX15" fmla="*/ 264181 w 322571"/>
                  <a:gd name="csY15" fmla="*/ 51154 h 343300"/>
                  <a:gd name="csX16" fmla="*/ 284380 w 322571"/>
                  <a:gd name="csY16" fmla="*/ 43723 h 343300"/>
                  <a:gd name="csX17" fmla="*/ 284380 w 322571"/>
                  <a:gd name="csY17" fmla="*/ 43723 h 343300"/>
                  <a:gd name="csX18" fmla="*/ 284380 w 322571"/>
                  <a:gd name="csY18" fmla="*/ 43723 h 343300"/>
                  <a:gd name="csX19" fmla="*/ 244149 w 322571"/>
                  <a:gd name="csY19" fmla="*/ 58474 h 343300"/>
                  <a:gd name="csX20" fmla="*/ 244149 w 322571"/>
                  <a:gd name="csY20" fmla="*/ 21205 h 343300"/>
                  <a:gd name="csX21" fmla="*/ 223866 w 322571"/>
                  <a:gd name="csY21" fmla="*/ 28413 h 343300"/>
                  <a:gd name="csX22" fmla="*/ 223866 w 322571"/>
                  <a:gd name="csY22" fmla="*/ 65989 h 343300"/>
                  <a:gd name="csX23" fmla="*/ 244149 w 322571"/>
                  <a:gd name="csY23" fmla="*/ 58474 h 343300"/>
                  <a:gd name="csX24" fmla="*/ 244149 w 322571"/>
                  <a:gd name="csY24" fmla="*/ 58474 h 343300"/>
                  <a:gd name="csX25" fmla="*/ 202522 w 322571"/>
                  <a:gd name="csY25" fmla="*/ 72834 h 343300"/>
                  <a:gd name="csX26" fmla="*/ 202522 w 322571"/>
                  <a:gd name="csY26" fmla="*/ 35956 h 343300"/>
                  <a:gd name="csX27" fmla="*/ 182239 w 322571"/>
                  <a:gd name="csY27" fmla="*/ 43248 h 343300"/>
                  <a:gd name="csX28" fmla="*/ 182239 w 322571"/>
                  <a:gd name="csY28" fmla="*/ 80293 h 343300"/>
                  <a:gd name="csX29" fmla="*/ 202522 w 322571"/>
                  <a:gd name="csY29" fmla="*/ 72834 h 343300"/>
                  <a:gd name="csX30" fmla="*/ 202522 w 322571"/>
                  <a:gd name="csY30" fmla="*/ 72834 h 343300"/>
                  <a:gd name="csX31" fmla="*/ 202522 w 322571"/>
                  <a:gd name="csY31" fmla="*/ 72834 h 343300"/>
                  <a:gd name="csX32" fmla="*/ 316900 w 322571"/>
                  <a:gd name="csY32" fmla="*/ 190872 h 343300"/>
                  <a:gd name="csX33" fmla="*/ 304160 w 322571"/>
                  <a:gd name="csY33" fmla="*/ 155838 h 343300"/>
                  <a:gd name="csX34" fmla="*/ 282564 w 322571"/>
                  <a:gd name="csY34" fmla="*/ 155838 h 343300"/>
                  <a:gd name="csX35" fmla="*/ 295304 w 322571"/>
                  <a:gd name="csY35" fmla="*/ 190872 h 343300"/>
                  <a:gd name="csX36" fmla="*/ 316900 w 322571"/>
                  <a:gd name="csY36" fmla="*/ 190872 h 343300"/>
                  <a:gd name="csX37" fmla="*/ 316900 w 322571"/>
                  <a:gd name="csY37" fmla="*/ 190872 h 343300"/>
                  <a:gd name="csX38" fmla="*/ 272786 w 322571"/>
                  <a:gd name="csY38" fmla="*/ 190872 h 343300"/>
                  <a:gd name="csX39" fmla="*/ 260046 w 322571"/>
                  <a:gd name="csY39" fmla="*/ 155838 h 343300"/>
                  <a:gd name="csX40" fmla="*/ 238366 w 322571"/>
                  <a:gd name="csY40" fmla="*/ 155838 h 343300"/>
                  <a:gd name="csX41" fmla="*/ 251190 w 322571"/>
                  <a:gd name="csY41" fmla="*/ 190872 h 343300"/>
                  <a:gd name="csX42" fmla="*/ 272786 w 322571"/>
                  <a:gd name="csY42" fmla="*/ 190872 h 343300"/>
                  <a:gd name="csX43" fmla="*/ 272786 w 322571"/>
                  <a:gd name="csY43" fmla="*/ 190872 h 343300"/>
                  <a:gd name="csX44" fmla="*/ 161984 w 322571"/>
                  <a:gd name="csY44" fmla="*/ 88535 h 343300"/>
                  <a:gd name="csX45" fmla="*/ 161984 w 322571"/>
                  <a:gd name="csY45" fmla="*/ 51182 h 343300"/>
                  <a:gd name="csX46" fmla="*/ 141729 w 322571"/>
                  <a:gd name="csY46" fmla="*/ 58474 h 343300"/>
                  <a:gd name="csX47" fmla="*/ 141729 w 322571"/>
                  <a:gd name="csY47" fmla="*/ 95743 h 343300"/>
                  <a:gd name="csX48" fmla="*/ 161984 w 322571"/>
                  <a:gd name="csY48" fmla="*/ 88535 h 343300"/>
                  <a:gd name="csX49" fmla="*/ 161984 w 322571"/>
                  <a:gd name="csY49" fmla="*/ 88535 h 343300"/>
                  <a:gd name="csX50" fmla="*/ 230236 w 322571"/>
                  <a:gd name="csY50" fmla="*/ 190872 h 343300"/>
                  <a:gd name="csX51" fmla="*/ 217497 w 322571"/>
                  <a:gd name="csY51" fmla="*/ 155838 h 343300"/>
                  <a:gd name="csX52" fmla="*/ 195901 w 322571"/>
                  <a:gd name="csY52" fmla="*/ 155838 h 343300"/>
                  <a:gd name="csX53" fmla="*/ 208640 w 322571"/>
                  <a:gd name="csY53" fmla="*/ 190872 h 343300"/>
                  <a:gd name="csX54" fmla="*/ 230236 w 322571"/>
                  <a:gd name="csY54" fmla="*/ 190872 h 343300"/>
                  <a:gd name="csX55" fmla="*/ 230236 w 322571"/>
                  <a:gd name="csY55" fmla="*/ 190872 h 343300"/>
                  <a:gd name="csX56" fmla="*/ 120357 w 322571"/>
                  <a:gd name="csY56" fmla="*/ 102811 h 343300"/>
                  <a:gd name="csX57" fmla="*/ 120357 w 322571"/>
                  <a:gd name="csY57" fmla="*/ 65766 h 343300"/>
                  <a:gd name="csX58" fmla="*/ 99850 w 322571"/>
                  <a:gd name="csY58" fmla="*/ 73058 h 343300"/>
                  <a:gd name="csX59" fmla="*/ 99850 w 322571"/>
                  <a:gd name="csY59" fmla="*/ 110327 h 343300"/>
                  <a:gd name="csX60" fmla="*/ 120357 w 322571"/>
                  <a:gd name="csY60" fmla="*/ 102811 h 343300"/>
                  <a:gd name="csX61" fmla="*/ 120357 w 322571"/>
                  <a:gd name="csY61" fmla="*/ 102811 h 343300"/>
                  <a:gd name="csX62" fmla="*/ 186122 w 322571"/>
                  <a:gd name="csY62" fmla="*/ 190872 h 343300"/>
                  <a:gd name="csX63" fmla="*/ 173383 w 322571"/>
                  <a:gd name="csY63" fmla="*/ 155838 h 343300"/>
                  <a:gd name="csX64" fmla="*/ 151731 w 322571"/>
                  <a:gd name="csY64" fmla="*/ 155838 h 343300"/>
                  <a:gd name="csX65" fmla="*/ 164470 w 322571"/>
                  <a:gd name="csY65" fmla="*/ 190872 h 343300"/>
                  <a:gd name="csX66" fmla="*/ 186122 w 322571"/>
                  <a:gd name="csY66" fmla="*/ 190872 h 343300"/>
                  <a:gd name="csX67" fmla="*/ 186122 w 322571"/>
                  <a:gd name="csY67" fmla="*/ 190872 h 343300"/>
                  <a:gd name="csX68" fmla="*/ 80517 w 322571"/>
                  <a:gd name="csY68" fmla="*/ 118121 h 343300"/>
                  <a:gd name="csX69" fmla="*/ 80517 w 322571"/>
                  <a:gd name="csY69" fmla="*/ 80740 h 343300"/>
                  <a:gd name="csX70" fmla="*/ 60094 w 322571"/>
                  <a:gd name="csY70" fmla="*/ 88284 h 343300"/>
                  <a:gd name="csX71" fmla="*/ 60094 w 322571"/>
                  <a:gd name="csY71" fmla="*/ 125329 h 343300"/>
                  <a:gd name="csX72" fmla="*/ 80517 w 322571"/>
                  <a:gd name="csY72" fmla="*/ 118121 h 343300"/>
                  <a:gd name="csX73" fmla="*/ 80517 w 322571"/>
                  <a:gd name="csY73" fmla="*/ 118121 h 343300"/>
                  <a:gd name="csX74" fmla="*/ 80517 w 322571"/>
                  <a:gd name="csY74" fmla="*/ 118121 h 343300"/>
                  <a:gd name="csX75" fmla="*/ 142651 w 322571"/>
                  <a:gd name="csY75" fmla="*/ 190872 h 343300"/>
                  <a:gd name="csX76" fmla="*/ 129911 w 322571"/>
                  <a:gd name="csY76" fmla="*/ 155838 h 343300"/>
                  <a:gd name="csX77" fmla="*/ 108315 w 322571"/>
                  <a:gd name="csY77" fmla="*/ 155838 h 343300"/>
                  <a:gd name="csX78" fmla="*/ 121055 w 322571"/>
                  <a:gd name="csY78" fmla="*/ 190872 h 343300"/>
                  <a:gd name="csX79" fmla="*/ 142651 w 322571"/>
                  <a:gd name="csY79" fmla="*/ 190872 h 343300"/>
                  <a:gd name="csX80" fmla="*/ 142651 w 322571"/>
                  <a:gd name="csY80" fmla="*/ 190872 h 343300"/>
                  <a:gd name="csX81" fmla="*/ 38666 w 322571"/>
                  <a:gd name="csY81" fmla="*/ 132398 h 343300"/>
                  <a:gd name="csX82" fmla="*/ 38666 w 322571"/>
                  <a:gd name="csY82" fmla="*/ 95352 h 343300"/>
                  <a:gd name="csX83" fmla="*/ 18383 w 322571"/>
                  <a:gd name="csY83" fmla="*/ 102560 h 343300"/>
                  <a:gd name="csX84" fmla="*/ 18383 w 322571"/>
                  <a:gd name="csY84" fmla="*/ 139913 h 343300"/>
                  <a:gd name="csX85" fmla="*/ 38666 w 322571"/>
                  <a:gd name="csY85" fmla="*/ 132398 h 343300"/>
                  <a:gd name="csX86" fmla="*/ 38666 w 322571"/>
                  <a:gd name="csY86" fmla="*/ 132398 h 343300"/>
                  <a:gd name="csX87" fmla="*/ 98788 w 322571"/>
                  <a:gd name="csY87" fmla="*/ 190872 h 343300"/>
                  <a:gd name="csX88" fmla="*/ 85825 w 322571"/>
                  <a:gd name="csY88" fmla="*/ 155838 h 343300"/>
                  <a:gd name="csX89" fmla="*/ 64397 w 322571"/>
                  <a:gd name="csY89" fmla="*/ 155838 h 343300"/>
                  <a:gd name="csX90" fmla="*/ 76913 w 322571"/>
                  <a:gd name="csY90" fmla="*/ 190872 h 343300"/>
                  <a:gd name="csX91" fmla="*/ 98788 w 322571"/>
                  <a:gd name="csY91" fmla="*/ 190872 h 343300"/>
                  <a:gd name="csX92" fmla="*/ 98788 w 322571"/>
                  <a:gd name="csY92" fmla="*/ 190872 h 343300"/>
                  <a:gd name="csX93" fmla="*/ 55764 w 322571"/>
                  <a:gd name="csY93" fmla="*/ 190872 h 343300"/>
                  <a:gd name="csX94" fmla="*/ 42801 w 322571"/>
                  <a:gd name="csY94" fmla="*/ 155838 h 343300"/>
                  <a:gd name="csX95" fmla="*/ 21205 w 322571"/>
                  <a:gd name="csY95" fmla="*/ 155838 h 343300"/>
                  <a:gd name="csX96" fmla="*/ 33945 w 322571"/>
                  <a:gd name="csY96" fmla="*/ 190872 h 343300"/>
                  <a:gd name="csX97" fmla="*/ 55764 w 322571"/>
                  <a:gd name="csY97" fmla="*/ 190872 h 343300"/>
                  <a:gd name="csX98" fmla="*/ 55764 w 322571"/>
                  <a:gd name="csY98" fmla="*/ 190872 h 343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</a:cxnLst>
                <a:rect l="l" t="t" r="r" b="b"/>
                <a:pathLst>
                  <a:path w="322571" h="343300">
                    <a:moveTo>
                      <a:pt x="301925" y="43471"/>
                    </a:moveTo>
                    <a:lnTo>
                      <a:pt x="15925" y="147624"/>
                    </a:lnTo>
                    <a:lnTo>
                      <a:pt x="0" y="103985"/>
                    </a:lnTo>
                    <a:lnTo>
                      <a:pt x="286000" y="0"/>
                    </a:lnTo>
                    <a:lnTo>
                      <a:pt x="301925" y="43471"/>
                    </a:lnTo>
                    <a:lnTo>
                      <a:pt x="301925" y="43471"/>
                    </a:lnTo>
                    <a:close/>
                    <a:moveTo>
                      <a:pt x="322571" y="343301"/>
                    </a:moveTo>
                    <a:lnTo>
                      <a:pt x="16400" y="343301"/>
                    </a:lnTo>
                    <a:lnTo>
                      <a:pt x="16400" y="149943"/>
                    </a:lnTo>
                    <a:lnTo>
                      <a:pt x="322571" y="149943"/>
                    </a:lnTo>
                    <a:lnTo>
                      <a:pt x="322571" y="343301"/>
                    </a:lnTo>
                    <a:lnTo>
                      <a:pt x="322571" y="343301"/>
                    </a:lnTo>
                    <a:close/>
                    <a:moveTo>
                      <a:pt x="284380" y="43723"/>
                    </a:moveTo>
                    <a:lnTo>
                      <a:pt x="284380" y="6593"/>
                    </a:lnTo>
                    <a:lnTo>
                      <a:pt x="264181" y="13885"/>
                    </a:lnTo>
                    <a:lnTo>
                      <a:pt x="264181" y="51154"/>
                    </a:lnTo>
                    <a:lnTo>
                      <a:pt x="284380" y="43723"/>
                    </a:lnTo>
                    <a:lnTo>
                      <a:pt x="284380" y="43723"/>
                    </a:lnTo>
                    <a:lnTo>
                      <a:pt x="284380" y="43723"/>
                    </a:lnTo>
                    <a:close/>
                    <a:moveTo>
                      <a:pt x="244149" y="58474"/>
                    </a:moveTo>
                    <a:lnTo>
                      <a:pt x="244149" y="21205"/>
                    </a:lnTo>
                    <a:lnTo>
                      <a:pt x="223866" y="28413"/>
                    </a:lnTo>
                    <a:lnTo>
                      <a:pt x="223866" y="65989"/>
                    </a:lnTo>
                    <a:lnTo>
                      <a:pt x="244149" y="58474"/>
                    </a:lnTo>
                    <a:lnTo>
                      <a:pt x="244149" y="58474"/>
                    </a:lnTo>
                    <a:close/>
                    <a:moveTo>
                      <a:pt x="202522" y="72834"/>
                    </a:moveTo>
                    <a:lnTo>
                      <a:pt x="202522" y="35956"/>
                    </a:lnTo>
                    <a:lnTo>
                      <a:pt x="182239" y="43248"/>
                    </a:lnTo>
                    <a:lnTo>
                      <a:pt x="182239" y="80293"/>
                    </a:lnTo>
                    <a:lnTo>
                      <a:pt x="202522" y="72834"/>
                    </a:lnTo>
                    <a:lnTo>
                      <a:pt x="202522" y="72834"/>
                    </a:lnTo>
                    <a:lnTo>
                      <a:pt x="202522" y="72834"/>
                    </a:lnTo>
                    <a:close/>
                    <a:moveTo>
                      <a:pt x="316900" y="190872"/>
                    </a:moveTo>
                    <a:lnTo>
                      <a:pt x="304160" y="155838"/>
                    </a:lnTo>
                    <a:lnTo>
                      <a:pt x="282564" y="155838"/>
                    </a:lnTo>
                    <a:lnTo>
                      <a:pt x="295304" y="190872"/>
                    </a:lnTo>
                    <a:lnTo>
                      <a:pt x="316900" y="190872"/>
                    </a:lnTo>
                    <a:lnTo>
                      <a:pt x="316900" y="190872"/>
                    </a:lnTo>
                    <a:close/>
                    <a:moveTo>
                      <a:pt x="272786" y="190872"/>
                    </a:moveTo>
                    <a:lnTo>
                      <a:pt x="260046" y="155838"/>
                    </a:lnTo>
                    <a:lnTo>
                      <a:pt x="238366" y="155838"/>
                    </a:lnTo>
                    <a:lnTo>
                      <a:pt x="251190" y="190872"/>
                    </a:lnTo>
                    <a:lnTo>
                      <a:pt x="272786" y="190872"/>
                    </a:lnTo>
                    <a:lnTo>
                      <a:pt x="272786" y="190872"/>
                    </a:lnTo>
                    <a:close/>
                    <a:moveTo>
                      <a:pt x="161984" y="88535"/>
                    </a:moveTo>
                    <a:lnTo>
                      <a:pt x="161984" y="51182"/>
                    </a:lnTo>
                    <a:lnTo>
                      <a:pt x="141729" y="58474"/>
                    </a:lnTo>
                    <a:lnTo>
                      <a:pt x="141729" y="95743"/>
                    </a:lnTo>
                    <a:lnTo>
                      <a:pt x="161984" y="88535"/>
                    </a:lnTo>
                    <a:lnTo>
                      <a:pt x="161984" y="88535"/>
                    </a:lnTo>
                    <a:close/>
                    <a:moveTo>
                      <a:pt x="230236" y="190872"/>
                    </a:moveTo>
                    <a:lnTo>
                      <a:pt x="217497" y="155838"/>
                    </a:lnTo>
                    <a:lnTo>
                      <a:pt x="195901" y="155838"/>
                    </a:lnTo>
                    <a:lnTo>
                      <a:pt x="208640" y="190872"/>
                    </a:lnTo>
                    <a:lnTo>
                      <a:pt x="230236" y="190872"/>
                    </a:lnTo>
                    <a:lnTo>
                      <a:pt x="230236" y="190872"/>
                    </a:lnTo>
                    <a:close/>
                    <a:moveTo>
                      <a:pt x="120357" y="102811"/>
                    </a:moveTo>
                    <a:lnTo>
                      <a:pt x="120357" y="65766"/>
                    </a:lnTo>
                    <a:lnTo>
                      <a:pt x="99850" y="73058"/>
                    </a:lnTo>
                    <a:lnTo>
                      <a:pt x="99850" y="110327"/>
                    </a:lnTo>
                    <a:lnTo>
                      <a:pt x="120357" y="102811"/>
                    </a:lnTo>
                    <a:lnTo>
                      <a:pt x="120357" y="102811"/>
                    </a:lnTo>
                    <a:close/>
                    <a:moveTo>
                      <a:pt x="186122" y="190872"/>
                    </a:moveTo>
                    <a:lnTo>
                      <a:pt x="173383" y="155838"/>
                    </a:lnTo>
                    <a:lnTo>
                      <a:pt x="151731" y="155838"/>
                    </a:lnTo>
                    <a:lnTo>
                      <a:pt x="164470" y="190872"/>
                    </a:lnTo>
                    <a:lnTo>
                      <a:pt x="186122" y="190872"/>
                    </a:lnTo>
                    <a:lnTo>
                      <a:pt x="186122" y="190872"/>
                    </a:lnTo>
                    <a:close/>
                    <a:moveTo>
                      <a:pt x="80517" y="118121"/>
                    </a:moveTo>
                    <a:lnTo>
                      <a:pt x="80517" y="80740"/>
                    </a:lnTo>
                    <a:lnTo>
                      <a:pt x="60094" y="88284"/>
                    </a:lnTo>
                    <a:lnTo>
                      <a:pt x="60094" y="125329"/>
                    </a:lnTo>
                    <a:lnTo>
                      <a:pt x="80517" y="118121"/>
                    </a:lnTo>
                    <a:lnTo>
                      <a:pt x="80517" y="118121"/>
                    </a:lnTo>
                    <a:lnTo>
                      <a:pt x="80517" y="118121"/>
                    </a:lnTo>
                    <a:close/>
                    <a:moveTo>
                      <a:pt x="142651" y="190872"/>
                    </a:moveTo>
                    <a:lnTo>
                      <a:pt x="129911" y="155838"/>
                    </a:lnTo>
                    <a:lnTo>
                      <a:pt x="108315" y="155838"/>
                    </a:lnTo>
                    <a:lnTo>
                      <a:pt x="121055" y="190872"/>
                    </a:lnTo>
                    <a:lnTo>
                      <a:pt x="142651" y="190872"/>
                    </a:lnTo>
                    <a:lnTo>
                      <a:pt x="142651" y="190872"/>
                    </a:lnTo>
                    <a:close/>
                    <a:moveTo>
                      <a:pt x="38666" y="132398"/>
                    </a:moveTo>
                    <a:lnTo>
                      <a:pt x="38666" y="95352"/>
                    </a:lnTo>
                    <a:lnTo>
                      <a:pt x="18383" y="102560"/>
                    </a:lnTo>
                    <a:lnTo>
                      <a:pt x="18383" y="139913"/>
                    </a:lnTo>
                    <a:lnTo>
                      <a:pt x="38666" y="132398"/>
                    </a:lnTo>
                    <a:lnTo>
                      <a:pt x="38666" y="132398"/>
                    </a:lnTo>
                    <a:close/>
                    <a:moveTo>
                      <a:pt x="98788" y="190872"/>
                    </a:moveTo>
                    <a:lnTo>
                      <a:pt x="85825" y="155838"/>
                    </a:lnTo>
                    <a:lnTo>
                      <a:pt x="64397" y="155838"/>
                    </a:lnTo>
                    <a:lnTo>
                      <a:pt x="76913" y="190872"/>
                    </a:lnTo>
                    <a:lnTo>
                      <a:pt x="98788" y="190872"/>
                    </a:lnTo>
                    <a:lnTo>
                      <a:pt x="98788" y="190872"/>
                    </a:lnTo>
                    <a:close/>
                    <a:moveTo>
                      <a:pt x="55764" y="190872"/>
                    </a:moveTo>
                    <a:lnTo>
                      <a:pt x="42801" y="155838"/>
                    </a:lnTo>
                    <a:lnTo>
                      <a:pt x="21205" y="155838"/>
                    </a:lnTo>
                    <a:lnTo>
                      <a:pt x="33945" y="190872"/>
                    </a:lnTo>
                    <a:lnTo>
                      <a:pt x="55764" y="190872"/>
                    </a:lnTo>
                    <a:lnTo>
                      <a:pt x="55764" y="19087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7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1FC441-2BBC-D26D-2399-4C5DFE6A7B98}"/>
                  </a:ext>
                </a:extLst>
              </p:cNvPr>
              <p:cNvSpPr txBox="1"/>
              <p:nvPr/>
            </p:nvSpPr>
            <p:spPr>
              <a:xfrm>
                <a:off x="4440538" y="3862707"/>
                <a:ext cx="220179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Media, sports and entertainment</a:t>
                </a:r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BC07D25-6EBD-32DC-ED43-1C8E5CB81F7E}"/>
                </a:ext>
              </a:extLst>
            </p:cNvPr>
            <p:cNvGrpSpPr/>
            <p:nvPr/>
          </p:nvGrpSpPr>
          <p:grpSpPr>
            <a:xfrm>
              <a:off x="8078631" y="5993181"/>
              <a:ext cx="2358764" cy="434139"/>
              <a:chOff x="7470857" y="3644283"/>
              <a:chExt cx="2358764" cy="434139"/>
            </a:xfrm>
          </p:grpSpPr>
          <p:sp>
            <p:nvSpPr>
              <p:cNvPr id="281" name="Graphic 279">
                <a:extLst>
                  <a:ext uri="{FF2B5EF4-FFF2-40B4-BE49-F238E27FC236}">
                    <a16:creationId xmlns:a16="http://schemas.microsoft.com/office/drawing/2014/main" id="{42068DEC-857F-B6EC-ECD6-40FBAC3C7673}"/>
                  </a:ext>
                </a:extLst>
              </p:cNvPr>
              <p:cNvSpPr/>
              <p:nvPr/>
            </p:nvSpPr>
            <p:spPr>
              <a:xfrm>
                <a:off x="7470857" y="3644283"/>
                <a:ext cx="321924" cy="434139"/>
              </a:xfrm>
              <a:custGeom>
                <a:avLst/>
                <a:gdLst>
                  <a:gd name="csX0" fmla="*/ 235980 w 321924"/>
                  <a:gd name="csY0" fmla="*/ 321834 h 434139"/>
                  <a:gd name="csX1" fmla="*/ 252021 w 321924"/>
                  <a:gd name="csY1" fmla="*/ 434140 h 434139"/>
                  <a:gd name="csX2" fmla="*/ 176139 w 321924"/>
                  <a:gd name="csY2" fmla="*/ 434140 h 434139"/>
                  <a:gd name="csX3" fmla="*/ 176139 w 321924"/>
                  <a:gd name="csY3" fmla="*/ 388610 h 434139"/>
                  <a:gd name="csX4" fmla="*/ 145786 w 321924"/>
                  <a:gd name="csY4" fmla="*/ 388610 h 434139"/>
                  <a:gd name="csX5" fmla="*/ 145786 w 321924"/>
                  <a:gd name="csY5" fmla="*/ 434140 h 434139"/>
                  <a:gd name="csX6" fmla="*/ 69903 w 321924"/>
                  <a:gd name="csY6" fmla="*/ 434140 h 434139"/>
                  <a:gd name="csX7" fmla="*/ 93108 w 321924"/>
                  <a:gd name="csY7" fmla="*/ 271751 h 434139"/>
                  <a:gd name="csX8" fmla="*/ 139503 w 321924"/>
                  <a:gd name="csY8" fmla="*/ 225356 h 434139"/>
                  <a:gd name="csX9" fmla="*/ 235980 w 321924"/>
                  <a:gd name="csY9" fmla="*/ 321834 h 434139"/>
                  <a:gd name="csX10" fmla="*/ 203882 w 321924"/>
                  <a:gd name="csY10" fmla="*/ 182422 h 434139"/>
                  <a:gd name="csX11" fmla="*/ 300465 w 321924"/>
                  <a:gd name="csY11" fmla="*/ 279005 h 434139"/>
                  <a:gd name="csX12" fmla="*/ 257546 w 321924"/>
                  <a:gd name="csY12" fmla="*/ 321925 h 434139"/>
                  <a:gd name="csX13" fmla="*/ 139503 w 321924"/>
                  <a:gd name="csY13" fmla="*/ 203882 h 434139"/>
                  <a:gd name="csX14" fmla="*/ 42919 w 321924"/>
                  <a:gd name="csY14" fmla="*/ 300465 h 434139"/>
                  <a:gd name="csX15" fmla="*/ 0 w 321924"/>
                  <a:gd name="csY15" fmla="*/ 257546 h 434139"/>
                  <a:gd name="csX16" fmla="*/ 118043 w 321924"/>
                  <a:gd name="csY16" fmla="*/ 139503 h 434139"/>
                  <a:gd name="csX17" fmla="*/ 21460 w 321924"/>
                  <a:gd name="csY17" fmla="*/ 42919 h 434139"/>
                  <a:gd name="csX18" fmla="*/ 64379 w 321924"/>
                  <a:gd name="csY18" fmla="*/ 0 h 434139"/>
                  <a:gd name="csX19" fmla="*/ 182422 w 321924"/>
                  <a:gd name="csY19" fmla="*/ 118043 h 434139"/>
                  <a:gd name="csX20" fmla="*/ 279005 w 321924"/>
                  <a:gd name="csY20" fmla="*/ 21460 h 434139"/>
                  <a:gd name="csX21" fmla="*/ 321925 w 321924"/>
                  <a:gd name="csY21" fmla="*/ 64379 h 434139"/>
                  <a:gd name="csX22" fmla="*/ 203882 w 321924"/>
                  <a:gd name="csY22" fmla="*/ 182422 h 434139"/>
                  <a:gd name="csX23" fmla="*/ 176139 w 321924"/>
                  <a:gd name="csY23" fmla="*/ 145786 h 434139"/>
                  <a:gd name="csX24" fmla="*/ 145786 w 321924"/>
                  <a:gd name="csY24" fmla="*/ 145786 h 434139"/>
                  <a:gd name="csX25" fmla="*/ 145786 w 321924"/>
                  <a:gd name="csY25" fmla="*/ 176139 h 434139"/>
                  <a:gd name="csX26" fmla="*/ 176139 w 321924"/>
                  <a:gd name="csY26" fmla="*/ 176139 h 434139"/>
                  <a:gd name="csX27" fmla="*/ 176139 w 321924"/>
                  <a:gd name="csY27" fmla="*/ 145786 h 4341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21924" h="434139">
                    <a:moveTo>
                      <a:pt x="235980" y="321834"/>
                    </a:moveTo>
                    <a:lnTo>
                      <a:pt x="252021" y="434140"/>
                    </a:lnTo>
                    <a:lnTo>
                      <a:pt x="176139" y="434140"/>
                    </a:lnTo>
                    <a:lnTo>
                      <a:pt x="176139" y="388610"/>
                    </a:lnTo>
                    <a:lnTo>
                      <a:pt x="145786" y="388610"/>
                    </a:lnTo>
                    <a:lnTo>
                      <a:pt x="145786" y="434140"/>
                    </a:lnTo>
                    <a:lnTo>
                      <a:pt x="69903" y="434140"/>
                    </a:lnTo>
                    <a:lnTo>
                      <a:pt x="93108" y="271751"/>
                    </a:lnTo>
                    <a:lnTo>
                      <a:pt x="139503" y="225356"/>
                    </a:lnTo>
                    <a:lnTo>
                      <a:pt x="235980" y="321834"/>
                    </a:lnTo>
                    <a:close/>
                    <a:moveTo>
                      <a:pt x="203882" y="182422"/>
                    </a:moveTo>
                    <a:lnTo>
                      <a:pt x="300465" y="279005"/>
                    </a:lnTo>
                    <a:lnTo>
                      <a:pt x="257546" y="321925"/>
                    </a:lnTo>
                    <a:lnTo>
                      <a:pt x="139503" y="203882"/>
                    </a:lnTo>
                    <a:lnTo>
                      <a:pt x="42919" y="300465"/>
                    </a:lnTo>
                    <a:lnTo>
                      <a:pt x="0" y="257546"/>
                    </a:lnTo>
                    <a:lnTo>
                      <a:pt x="118043" y="139503"/>
                    </a:lnTo>
                    <a:lnTo>
                      <a:pt x="21460" y="42919"/>
                    </a:lnTo>
                    <a:lnTo>
                      <a:pt x="64379" y="0"/>
                    </a:lnTo>
                    <a:lnTo>
                      <a:pt x="182422" y="118043"/>
                    </a:lnTo>
                    <a:lnTo>
                      <a:pt x="279005" y="21460"/>
                    </a:lnTo>
                    <a:lnTo>
                      <a:pt x="321925" y="64379"/>
                    </a:lnTo>
                    <a:lnTo>
                      <a:pt x="203882" y="182422"/>
                    </a:lnTo>
                    <a:close/>
                    <a:moveTo>
                      <a:pt x="176139" y="145786"/>
                    </a:moveTo>
                    <a:lnTo>
                      <a:pt x="145786" y="145786"/>
                    </a:lnTo>
                    <a:lnTo>
                      <a:pt x="145786" y="176139"/>
                    </a:lnTo>
                    <a:lnTo>
                      <a:pt x="176139" y="176139"/>
                    </a:lnTo>
                    <a:lnTo>
                      <a:pt x="176139" y="145786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1488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95E4124A-9E0D-054E-FBAA-2D54473F1DE7}"/>
                  </a:ext>
                </a:extLst>
              </p:cNvPr>
              <p:cNvSpPr txBox="1"/>
              <p:nvPr/>
            </p:nvSpPr>
            <p:spPr>
              <a:xfrm>
                <a:off x="7864840" y="3722853"/>
                <a:ext cx="196478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New and Emerging Industries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6E3F36F-D7A4-00B4-2459-066AC5A001BF}"/>
                </a:ext>
              </a:extLst>
            </p:cNvPr>
            <p:cNvGrpSpPr/>
            <p:nvPr/>
          </p:nvGrpSpPr>
          <p:grpSpPr>
            <a:xfrm>
              <a:off x="651541" y="4650427"/>
              <a:ext cx="1024758" cy="337927"/>
              <a:chOff x="589024" y="4348869"/>
              <a:chExt cx="1024758" cy="337927"/>
            </a:xfrm>
          </p:grpSpPr>
          <p:sp>
            <p:nvSpPr>
              <p:cNvPr id="133" name="Graphic 131">
                <a:extLst>
                  <a:ext uri="{FF2B5EF4-FFF2-40B4-BE49-F238E27FC236}">
                    <a16:creationId xmlns:a16="http://schemas.microsoft.com/office/drawing/2014/main" id="{F9760BA0-A9B9-1C49-006B-E25D5E75F7E9}"/>
                  </a:ext>
                </a:extLst>
              </p:cNvPr>
              <p:cNvSpPr/>
              <p:nvPr/>
            </p:nvSpPr>
            <p:spPr>
              <a:xfrm>
                <a:off x="589024" y="4348869"/>
                <a:ext cx="333299" cy="337927"/>
              </a:xfrm>
              <a:custGeom>
                <a:avLst/>
                <a:gdLst>
                  <a:gd name="csX0" fmla="*/ 181968 w 333299"/>
                  <a:gd name="csY0" fmla="*/ 67437 h 337927"/>
                  <a:gd name="csX1" fmla="*/ 220275 w 333299"/>
                  <a:gd name="csY1" fmla="*/ 176282 h 337927"/>
                  <a:gd name="csX2" fmla="*/ 162938 w 333299"/>
                  <a:gd name="csY2" fmla="*/ 86495 h 337927"/>
                  <a:gd name="csX3" fmla="*/ 154358 w 333299"/>
                  <a:gd name="csY3" fmla="*/ 95075 h 337927"/>
                  <a:gd name="csX4" fmla="*/ 150838 w 333299"/>
                  <a:gd name="csY4" fmla="*/ 95075 h 337927"/>
                  <a:gd name="csX5" fmla="*/ 123695 w 333299"/>
                  <a:gd name="csY5" fmla="*/ 67932 h 337927"/>
                  <a:gd name="csX6" fmla="*/ 123695 w 333299"/>
                  <a:gd name="csY6" fmla="*/ 64412 h 337927"/>
                  <a:gd name="csX7" fmla="*/ 132028 w 333299"/>
                  <a:gd name="csY7" fmla="*/ 56080 h 337927"/>
                  <a:gd name="csX8" fmla="*/ 40563 w 333299"/>
                  <a:gd name="csY8" fmla="*/ 365 h 337927"/>
                  <a:gd name="csX9" fmla="*/ 151113 w 333299"/>
                  <a:gd name="csY9" fmla="*/ 36967 h 337927"/>
                  <a:gd name="csX10" fmla="*/ 154853 w 333299"/>
                  <a:gd name="csY10" fmla="*/ 33227 h 337927"/>
                  <a:gd name="csX11" fmla="*/ 158373 w 333299"/>
                  <a:gd name="csY11" fmla="*/ 33227 h 337927"/>
                  <a:gd name="csX12" fmla="*/ 185515 w 333299"/>
                  <a:gd name="csY12" fmla="*/ 60370 h 337927"/>
                  <a:gd name="csX13" fmla="*/ 185515 w 333299"/>
                  <a:gd name="csY13" fmla="*/ 63890 h 337927"/>
                  <a:gd name="csX14" fmla="*/ 181968 w 333299"/>
                  <a:gd name="csY14" fmla="*/ 67437 h 337927"/>
                  <a:gd name="csX15" fmla="*/ 181968 w 333299"/>
                  <a:gd name="csY15" fmla="*/ 67437 h 337927"/>
                  <a:gd name="csX16" fmla="*/ 135630 w 333299"/>
                  <a:gd name="csY16" fmla="*/ 161405 h 337927"/>
                  <a:gd name="csX17" fmla="*/ 135630 w 333299"/>
                  <a:gd name="csY17" fmla="*/ 150267 h 337927"/>
                  <a:gd name="csX18" fmla="*/ 188183 w 333299"/>
                  <a:gd name="csY18" fmla="*/ 155877 h 337927"/>
                  <a:gd name="csX19" fmla="*/ 135630 w 333299"/>
                  <a:gd name="csY19" fmla="*/ 161405 h 337927"/>
                  <a:gd name="csX20" fmla="*/ 135630 w 333299"/>
                  <a:gd name="csY20" fmla="*/ 161405 h 337927"/>
                  <a:gd name="csX21" fmla="*/ 159033 w 333299"/>
                  <a:gd name="csY21" fmla="*/ 204497 h 337927"/>
                  <a:gd name="csX22" fmla="*/ 151140 w 333299"/>
                  <a:gd name="csY22" fmla="*/ 196605 h 337927"/>
                  <a:gd name="csX23" fmla="*/ 192280 w 333299"/>
                  <a:gd name="csY23" fmla="*/ 163412 h 337927"/>
                  <a:gd name="csX24" fmla="*/ 159033 w 333299"/>
                  <a:gd name="csY24" fmla="*/ 204497 h 337927"/>
                  <a:gd name="csX25" fmla="*/ 159033 w 333299"/>
                  <a:gd name="csY25" fmla="*/ 204497 h 337927"/>
                  <a:gd name="csX26" fmla="*/ 307368 w 333299"/>
                  <a:gd name="csY26" fmla="*/ 96752 h 337927"/>
                  <a:gd name="csX27" fmla="*/ 313748 w 333299"/>
                  <a:gd name="csY27" fmla="*/ 110557 h 337927"/>
                  <a:gd name="csX28" fmla="*/ 245410 w 333299"/>
                  <a:gd name="csY28" fmla="*/ 133657 h 337927"/>
                  <a:gd name="csX29" fmla="*/ 307368 w 333299"/>
                  <a:gd name="csY29" fmla="*/ 96752 h 337927"/>
                  <a:gd name="csX30" fmla="*/ 307368 w 333299"/>
                  <a:gd name="csY30" fmla="*/ 96752 h 337927"/>
                  <a:gd name="csX31" fmla="*/ 253715 w 333299"/>
                  <a:gd name="csY31" fmla="*/ 56740 h 337927"/>
                  <a:gd name="csX32" fmla="*/ 267988 w 333299"/>
                  <a:gd name="csY32" fmla="*/ 61992 h 337927"/>
                  <a:gd name="csX33" fmla="*/ 236005 w 333299"/>
                  <a:gd name="csY33" fmla="*/ 126645 h 337927"/>
                  <a:gd name="csX34" fmla="*/ 253715 w 333299"/>
                  <a:gd name="csY34" fmla="*/ 56740 h 337927"/>
                  <a:gd name="csX35" fmla="*/ 253715 w 333299"/>
                  <a:gd name="csY35" fmla="*/ 56740 h 337927"/>
                  <a:gd name="csX36" fmla="*/ 282425 w 333299"/>
                  <a:gd name="csY36" fmla="*/ 158407 h 337927"/>
                  <a:gd name="csX37" fmla="*/ 333300 w 333299"/>
                  <a:gd name="csY37" fmla="*/ 189950 h 337927"/>
                  <a:gd name="csX38" fmla="*/ 333300 w 333299"/>
                  <a:gd name="csY38" fmla="*/ 337927 h 337927"/>
                  <a:gd name="csX39" fmla="*/ 70758 w 333299"/>
                  <a:gd name="csY39" fmla="*/ 337927 h 337927"/>
                  <a:gd name="csX40" fmla="*/ 239663 w 333299"/>
                  <a:gd name="csY40" fmla="*/ 194267 h 337927"/>
                  <a:gd name="csX41" fmla="*/ 282425 w 333299"/>
                  <a:gd name="csY41" fmla="*/ 158407 h 337927"/>
                  <a:gd name="csX42" fmla="*/ 282425 w 333299"/>
                  <a:gd name="csY42" fmla="*/ 158407 h 337927"/>
                  <a:gd name="csX43" fmla="*/ 122650 w 333299"/>
                  <a:gd name="csY43" fmla="*/ 76485 h 337927"/>
                  <a:gd name="csX44" fmla="*/ 144623 w 333299"/>
                  <a:gd name="csY44" fmla="*/ 98457 h 337927"/>
                  <a:gd name="csX45" fmla="*/ 26510 w 333299"/>
                  <a:gd name="csY45" fmla="*/ 216597 h 337927"/>
                  <a:gd name="csX46" fmla="*/ 4538 w 333299"/>
                  <a:gd name="csY46" fmla="*/ 216597 h 337927"/>
                  <a:gd name="csX47" fmla="*/ 4538 w 333299"/>
                  <a:gd name="csY47" fmla="*/ 216597 h 337927"/>
                  <a:gd name="csX48" fmla="*/ 4538 w 333299"/>
                  <a:gd name="csY48" fmla="*/ 194625 h 337927"/>
                  <a:gd name="csX49" fmla="*/ 122650 w 333299"/>
                  <a:gd name="csY49" fmla="*/ 76485 h 337927"/>
                  <a:gd name="csX50" fmla="*/ 122650 w 333299"/>
                  <a:gd name="csY50" fmla="*/ 76485 h 3379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</a:cxnLst>
                <a:rect l="l" t="t" r="r" b="b"/>
                <a:pathLst>
                  <a:path w="333299" h="337927">
                    <a:moveTo>
                      <a:pt x="181968" y="67437"/>
                    </a:moveTo>
                    <a:cubicBezTo>
                      <a:pt x="208862" y="100795"/>
                      <a:pt x="221980" y="140202"/>
                      <a:pt x="220275" y="176282"/>
                    </a:cubicBezTo>
                    <a:cubicBezTo>
                      <a:pt x="207845" y="145812"/>
                      <a:pt x="188540" y="114930"/>
                      <a:pt x="162938" y="86495"/>
                    </a:cubicBezTo>
                    <a:lnTo>
                      <a:pt x="154358" y="95075"/>
                    </a:lnTo>
                    <a:cubicBezTo>
                      <a:pt x="153395" y="96037"/>
                      <a:pt x="151800" y="96037"/>
                      <a:pt x="150838" y="95075"/>
                    </a:cubicBezTo>
                    <a:lnTo>
                      <a:pt x="123695" y="67932"/>
                    </a:lnTo>
                    <a:cubicBezTo>
                      <a:pt x="122733" y="66970"/>
                      <a:pt x="122733" y="65375"/>
                      <a:pt x="123695" y="64412"/>
                    </a:cubicBezTo>
                    <a:lnTo>
                      <a:pt x="132028" y="56080"/>
                    </a:lnTo>
                    <a:cubicBezTo>
                      <a:pt x="102850" y="30807"/>
                      <a:pt x="71390" y="12025"/>
                      <a:pt x="40563" y="365"/>
                    </a:cubicBezTo>
                    <a:cubicBezTo>
                      <a:pt x="76918" y="-2358"/>
                      <a:pt x="117040" y="10182"/>
                      <a:pt x="151113" y="36967"/>
                    </a:cubicBezTo>
                    <a:lnTo>
                      <a:pt x="154853" y="33227"/>
                    </a:lnTo>
                    <a:cubicBezTo>
                      <a:pt x="155815" y="32265"/>
                      <a:pt x="157410" y="32265"/>
                      <a:pt x="158373" y="33227"/>
                    </a:cubicBezTo>
                    <a:lnTo>
                      <a:pt x="185515" y="60370"/>
                    </a:lnTo>
                    <a:cubicBezTo>
                      <a:pt x="186478" y="61332"/>
                      <a:pt x="186478" y="62927"/>
                      <a:pt x="185515" y="63890"/>
                    </a:cubicBezTo>
                    <a:lnTo>
                      <a:pt x="181968" y="67437"/>
                    </a:lnTo>
                    <a:lnTo>
                      <a:pt x="181968" y="67437"/>
                    </a:lnTo>
                    <a:close/>
                    <a:moveTo>
                      <a:pt x="135630" y="161405"/>
                    </a:moveTo>
                    <a:lnTo>
                      <a:pt x="135630" y="150267"/>
                    </a:lnTo>
                    <a:lnTo>
                      <a:pt x="188183" y="155877"/>
                    </a:lnTo>
                    <a:lnTo>
                      <a:pt x="135630" y="161405"/>
                    </a:lnTo>
                    <a:lnTo>
                      <a:pt x="135630" y="161405"/>
                    </a:lnTo>
                    <a:close/>
                    <a:moveTo>
                      <a:pt x="159033" y="204497"/>
                    </a:moveTo>
                    <a:lnTo>
                      <a:pt x="151140" y="196605"/>
                    </a:lnTo>
                    <a:lnTo>
                      <a:pt x="192280" y="163412"/>
                    </a:lnTo>
                    <a:lnTo>
                      <a:pt x="159033" y="204497"/>
                    </a:lnTo>
                    <a:lnTo>
                      <a:pt x="159033" y="204497"/>
                    </a:lnTo>
                    <a:close/>
                    <a:moveTo>
                      <a:pt x="307368" y="96752"/>
                    </a:moveTo>
                    <a:lnTo>
                      <a:pt x="313748" y="110557"/>
                    </a:lnTo>
                    <a:lnTo>
                      <a:pt x="245410" y="133657"/>
                    </a:lnTo>
                    <a:lnTo>
                      <a:pt x="307368" y="96752"/>
                    </a:lnTo>
                    <a:lnTo>
                      <a:pt x="307368" y="96752"/>
                    </a:lnTo>
                    <a:close/>
                    <a:moveTo>
                      <a:pt x="253715" y="56740"/>
                    </a:moveTo>
                    <a:lnTo>
                      <a:pt x="267988" y="61992"/>
                    </a:lnTo>
                    <a:lnTo>
                      <a:pt x="236005" y="126645"/>
                    </a:lnTo>
                    <a:lnTo>
                      <a:pt x="253715" y="56740"/>
                    </a:lnTo>
                    <a:lnTo>
                      <a:pt x="253715" y="56740"/>
                    </a:lnTo>
                    <a:close/>
                    <a:moveTo>
                      <a:pt x="282425" y="158407"/>
                    </a:moveTo>
                    <a:lnTo>
                      <a:pt x="333300" y="189950"/>
                    </a:lnTo>
                    <a:lnTo>
                      <a:pt x="333300" y="337927"/>
                    </a:lnTo>
                    <a:lnTo>
                      <a:pt x="70758" y="337927"/>
                    </a:lnTo>
                    <a:cubicBezTo>
                      <a:pt x="124217" y="284467"/>
                      <a:pt x="197367" y="267500"/>
                      <a:pt x="239663" y="194267"/>
                    </a:cubicBezTo>
                    <a:cubicBezTo>
                      <a:pt x="255723" y="166437"/>
                      <a:pt x="250278" y="136682"/>
                      <a:pt x="282425" y="158407"/>
                    </a:cubicBezTo>
                    <a:lnTo>
                      <a:pt x="282425" y="158407"/>
                    </a:lnTo>
                    <a:close/>
                    <a:moveTo>
                      <a:pt x="122650" y="76485"/>
                    </a:moveTo>
                    <a:lnTo>
                      <a:pt x="144623" y="98457"/>
                    </a:lnTo>
                    <a:lnTo>
                      <a:pt x="26510" y="216597"/>
                    </a:lnTo>
                    <a:cubicBezTo>
                      <a:pt x="20460" y="222647"/>
                      <a:pt x="10560" y="222647"/>
                      <a:pt x="4538" y="216597"/>
                    </a:cubicBezTo>
                    <a:lnTo>
                      <a:pt x="4538" y="216597"/>
                    </a:lnTo>
                    <a:cubicBezTo>
                      <a:pt x="-1513" y="210547"/>
                      <a:pt x="-1513" y="200647"/>
                      <a:pt x="4538" y="194625"/>
                    </a:cubicBezTo>
                    <a:lnTo>
                      <a:pt x="122650" y="76485"/>
                    </a:lnTo>
                    <a:lnTo>
                      <a:pt x="122650" y="7648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6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B597F59-CB1E-6FE1-2B33-6EF039E15462}"/>
                  </a:ext>
                </a:extLst>
              </p:cNvPr>
              <p:cNvSpPr txBox="1"/>
              <p:nvPr/>
            </p:nvSpPr>
            <p:spPr>
              <a:xfrm>
                <a:off x="1047746" y="4379333"/>
                <a:ext cx="5660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Mining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01BE6237-7284-11AD-DB1B-B555CBD0850B}"/>
                </a:ext>
              </a:extLst>
            </p:cNvPr>
            <p:cNvGrpSpPr/>
            <p:nvPr/>
          </p:nvGrpSpPr>
          <p:grpSpPr>
            <a:xfrm>
              <a:off x="4164897" y="4634765"/>
              <a:ext cx="1777187" cy="369251"/>
              <a:chOff x="4003904" y="4517261"/>
              <a:chExt cx="1777187" cy="369251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EC47502-CEB5-2ABC-9355-3D80E6806A49}"/>
                  </a:ext>
                </a:extLst>
              </p:cNvPr>
              <p:cNvSpPr txBox="1"/>
              <p:nvPr/>
            </p:nvSpPr>
            <p:spPr>
              <a:xfrm>
                <a:off x="4465526" y="4541647"/>
                <a:ext cx="1315565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Oil, gas and energy</a:t>
                </a:r>
              </a:p>
            </p:txBody>
          </p:sp>
          <p:sp>
            <p:nvSpPr>
              <p:cNvPr id="208" name="Graphic 205">
                <a:extLst>
                  <a:ext uri="{FF2B5EF4-FFF2-40B4-BE49-F238E27FC236}">
                    <a16:creationId xmlns:a16="http://schemas.microsoft.com/office/drawing/2014/main" id="{5385F30B-368F-D30F-5E8E-3FA2A4619B8D}"/>
                  </a:ext>
                </a:extLst>
              </p:cNvPr>
              <p:cNvSpPr/>
              <p:nvPr/>
            </p:nvSpPr>
            <p:spPr>
              <a:xfrm>
                <a:off x="4003904" y="4517261"/>
                <a:ext cx="333300" cy="369251"/>
              </a:xfrm>
              <a:custGeom>
                <a:avLst/>
                <a:gdLst>
                  <a:gd name="csX0" fmla="*/ 332781 w 372549"/>
                  <a:gd name="csY0" fmla="*/ 67860 h 412734"/>
                  <a:gd name="csX1" fmla="*/ 335267 w 372549"/>
                  <a:gd name="csY1" fmla="*/ 69607 h 412734"/>
                  <a:gd name="csX2" fmla="*/ 335804 w 372549"/>
                  <a:gd name="csY2" fmla="*/ 70211 h 412734"/>
                  <a:gd name="csX3" fmla="*/ 362276 w 372549"/>
                  <a:gd name="csY3" fmla="*/ 97086 h 412734"/>
                  <a:gd name="csX4" fmla="*/ 371783 w 372549"/>
                  <a:gd name="csY4" fmla="*/ 137970 h 412734"/>
                  <a:gd name="csX5" fmla="*/ 364326 w 372549"/>
                  <a:gd name="csY5" fmla="*/ 155573 h 412734"/>
                  <a:gd name="csX6" fmla="*/ 354247 w 372549"/>
                  <a:gd name="csY6" fmla="*/ 165282 h 412734"/>
                  <a:gd name="csX7" fmla="*/ 353979 w 372549"/>
                  <a:gd name="csY7" fmla="*/ 180466 h 412734"/>
                  <a:gd name="csX8" fmla="*/ 354583 w 372549"/>
                  <a:gd name="csY8" fmla="*/ 200287 h 412734"/>
                  <a:gd name="csX9" fmla="*/ 360194 w 372549"/>
                  <a:gd name="csY9" fmla="*/ 248192 h 412734"/>
                  <a:gd name="csX10" fmla="*/ 365972 w 372549"/>
                  <a:gd name="csY10" fmla="*/ 300027 h 412734"/>
                  <a:gd name="csX11" fmla="*/ 356700 w 372549"/>
                  <a:gd name="csY11" fmla="*/ 354516 h 412734"/>
                  <a:gd name="csX12" fmla="*/ 314875 w 372549"/>
                  <a:gd name="csY12" fmla="*/ 376386 h 412734"/>
                  <a:gd name="csX13" fmla="*/ 314875 w 372549"/>
                  <a:gd name="csY13" fmla="*/ 376386 h 412734"/>
                  <a:gd name="csX14" fmla="*/ 269792 w 372549"/>
                  <a:gd name="csY14" fmla="*/ 337887 h 412734"/>
                  <a:gd name="csX15" fmla="*/ 271439 w 372549"/>
                  <a:gd name="csY15" fmla="*/ 246646 h 412734"/>
                  <a:gd name="csX16" fmla="*/ 259311 w 372549"/>
                  <a:gd name="csY16" fmla="*/ 176939 h 412734"/>
                  <a:gd name="csX17" fmla="*/ 238248 w 372549"/>
                  <a:gd name="csY17" fmla="*/ 156682 h 412734"/>
                  <a:gd name="csX18" fmla="*/ 238248 w 372549"/>
                  <a:gd name="csY18" fmla="*/ 357943 h 412734"/>
                  <a:gd name="csX19" fmla="*/ 245974 w 372549"/>
                  <a:gd name="csY19" fmla="*/ 363452 h 412734"/>
                  <a:gd name="csX20" fmla="*/ 254272 w 372549"/>
                  <a:gd name="csY20" fmla="*/ 383441 h 412734"/>
                  <a:gd name="csX21" fmla="*/ 254272 w 372549"/>
                  <a:gd name="csY21" fmla="*/ 403530 h 412734"/>
                  <a:gd name="csX22" fmla="*/ 245067 w 372549"/>
                  <a:gd name="csY22" fmla="*/ 412735 h 412734"/>
                  <a:gd name="csX23" fmla="*/ 9205 w 372549"/>
                  <a:gd name="csY23" fmla="*/ 412735 h 412734"/>
                  <a:gd name="csX24" fmla="*/ 0 w 372549"/>
                  <a:gd name="csY24" fmla="*/ 403530 h 412734"/>
                  <a:gd name="csX25" fmla="*/ 0 w 372549"/>
                  <a:gd name="csY25" fmla="*/ 383441 h 412734"/>
                  <a:gd name="csX26" fmla="*/ 8298 w 372549"/>
                  <a:gd name="csY26" fmla="*/ 363452 h 412734"/>
                  <a:gd name="csX27" fmla="*/ 13572 w 372549"/>
                  <a:gd name="csY27" fmla="*/ 359287 h 412734"/>
                  <a:gd name="csX28" fmla="*/ 13572 w 372549"/>
                  <a:gd name="csY28" fmla="*/ 48778 h 412734"/>
                  <a:gd name="csX29" fmla="*/ 27883 w 372549"/>
                  <a:gd name="csY29" fmla="*/ 14311 h 412734"/>
                  <a:gd name="csX30" fmla="*/ 62350 w 372549"/>
                  <a:gd name="csY30" fmla="*/ 0 h 412734"/>
                  <a:gd name="csX31" fmla="*/ 189268 w 372549"/>
                  <a:gd name="csY31" fmla="*/ 0 h 412734"/>
                  <a:gd name="csX32" fmla="*/ 223870 w 372549"/>
                  <a:gd name="csY32" fmla="*/ 14378 h 412734"/>
                  <a:gd name="csX33" fmla="*/ 238248 w 372549"/>
                  <a:gd name="csY33" fmla="*/ 49014 h 412734"/>
                  <a:gd name="csX34" fmla="*/ 238248 w 372549"/>
                  <a:gd name="csY34" fmla="*/ 137567 h 412734"/>
                  <a:gd name="csX35" fmla="*/ 275705 w 372549"/>
                  <a:gd name="csY35" fmla="*/ 168709 h 412734"/>
                  <a:gd name="csX36" fmla="*/ 289781 w 372549"/>
                  <a:gd name="csY36" fmla="*/ 247520 h 412734"/>
                  <a:gd name="csX37" fmla="*/ 289646 w 372549"/>
                  <a:gd name="csY37" fmla="*/ 249099 h 412734"/>
                  <a:gd name="csX38" fmla="*/ 289680 w 372549"/>
                  <a:gd name="csY38" fmla="*/ 249099 h 412734"/>
                  <a:gd name="csX39" fmla="*/ 287564 w 372549"/>
                  <a:gd name="csY39" fmla="*/ 333151 h 412734"/>
                  <a:gd name="csX40" fmla="*/ 315245 w 372549"/>
                  <a:gd name="csY40" fmla="*/ 358044 h 412734"/>
                  <a:gd name="csX41" fmla="*/ 315413 w 372549"/>
                  <a:gd name="csY41" fmla="*/ 358044 h 412734"/>
                  <a:gd name="csX42" fmla="*/ 315413 w 372549"/>
                  <a:gd name="csY42" fmla="*/ 358044 h 412734"/>
                  <a:gd name="csX43" fmla="*/ 340676 w 372549"/>
                  <a:gd name="csY43" fmla="*/ 345446 h 412734"/>
                  <a:gd name="csX44" fmla="*/ 347562 w 372549"/>
                  <a:gd name="csY44" fmla="*/ 300733 h 412734"/>
                  <a:gd name="csX45" fmla="*/ 341918 w 372549"/>
                  <a:gd name="csY45" fmla="*/ 250846 h 412734"/>
                  <a:gd name="csX46" fmla="*/ 336174 w 372549"/>
                  <a:gd name="csY46" fmla="*/ 201194 h 412734"/>
                  <a:gd name="csX47" fmla="*/ 335569 w 372549"/>
                  <a:gd name="csY47" fmla="*/ 180433 h 412734"/>
                  <a:gd name="csX48" fmla="*/ 335872 w 372549"/>
                  <a:gd name="csY48" fmla="*/ 163737 h 412734"/>
                  <a:gd name="csX49" fmla="*/ 305032 w 372549"/>
                  <a:gd name="csY49" fmla="*/ 118654 h 412734"/>
                  <a:gd name="csX50" fmla="*/ 315111 w 372549"/>
                  <a:gd name="csY50" fmla="*/ 77770 h 412734"/>
                  <a:gd name="csX51" fmla="*/ 292065 w 372549"/>
                  <a:gd name="csY51" fmla="*/ 64971 h 412734"/>
                  <a:gd name="csX52" fmla="*/ 259311 w 372549"/>
                  <a:gd name="csY52" fmla="*/ 55396 h 412734"/>
                  <a:gd name="csX53" fmla="*/ 251719 w 372549"/>
                  <a:gd name="csY53" fmla="*/ 44848 h 412734"/>
                  <a:gd name="csX54" fmla="*/ 262267 w 372549"/>
                  <a:gd name="csY54" fmla="*/ 37256 h 412734"/>
                  <a:gd name="csX55" fmla="*/ 299422 w 372549"/>
                  <a:gd name="csY55" fmla="*/ 48106 h 412734"/>
                  <a:gd name="csX56" fmla="*/ 332781 w 372549"/>
                  <a:gd name="csY56" fmla="*/ 67860 h 412734"/>
                  <a:gd name="csX57" fmla="*/ 332781 w 372549"/>
                  <a:gd name="csY57" fmla="*/ 67860 h 412734"/>
                  <a:gd name="csX58" fmla="*/ 219838 w 372549"/>
                  <a:gd name="csY58" fmla="*/ 148586 h 412734"/>
                  <a:gd name="csX59" fmla="*/ 219334 w 372549"/>
                  <a:gd name="csY59" fmla="*/ 144958 h 412734"/>
                  <a:gd name="csX60" fmla="*/ 219838 w 372549"/>
                  <a:gd name="csY60" fmla="*/ 142405 h 412734"/>
                  <a:gd name="csX61" fmla="*/ 219838 w 372549"/>
                  <a:gd name="csY61" fmla="*/ 49014 h 412734"/>
                  <a:gd name="csX62" fmla="*/ 210835 w 372549"/>
                  <a:gd name="csY62" fmla="*/ 27413 h 412734"/>
                  <a:gd name="csX63" fmla="*/ 189234 w 372549"/>
                  <a:gd name="csY63" fmla="*/ 18409 h 412734"/>
                  <a:gd name="csX64" fmla="*/ 62350 w 372549"/>
                  <a:gd name="csY64" fmla="*/ 18409 h 412734"/>
                  <a:gd name="csX65" fmla="*/ 40917 w 372549"/>
                  <a:gd name="csY65" fmla="*/ 27345 h 412734"/>
                  <a:gd name="csX66" fmla="*/ 31981 w 372549"/>
                  <a:gd name="csY66" fmla="*/ 48778 h 412734"/>
                  <a:gd name="csX67" fmla="*/ 31981 w 372549"/>
                  <a:gd name="csY67" fmla="*/ 355222 h 412734"/>
                  <a:gd name="csX68" fmla="*/ 219838 w 372549"/>
                  <a:gd name="csY68" fmla="*/ 355222 h 412734"/>
                  <a:gd name="csX69" fmla="*/ 219838 w 372549"/>
                  <a:gd name="csY69" fmla="*/ 148586 h 412734"/>
                  <a:gd name="csX70" fmla="*/ 219838 w 372549"/>
                  <a:gd name="csY70" fmla="*/ 148586 h 412734"/>
                  <a:gd name="csX71" fmla="*/ 229849 w 372549"/>
                  <a:gd name="csY71" fmla="*/ 374438 h 412734"/>
                  <a:gd name="csX72" fmla="*/ 229077 w 372549"/>
                  <a:gd name="csY72" fmla="*/ 374471 h 412734"/>
                  <a:gd name="csX73" fmla="*/ 24389 w 372549"/>
                  <a:gd name="csY73" fmla="*/ 374471 h 412734"/>
                  <a:gd name="csX74" fmla="*/ 21332 w 372549"/>
                  <a:gd name="csY74" fmla="*/ 376554 h 412734"/>
                  <a:gd name="csX75" fmla="*/ 18443 w 372549"/>
                  <a:gd name="csY75" fmla="*/ 383508 h 412734"/>
                  <a:gd name="csX76" fmla="*/ 18443 w 372549"/>
                  <a:gd name="csY76" fmla="*/ 394392 h 412734"/>
                  <a:gd name="csX77" fmla="*/ 235896 w 372549"/>
                  <a:gd name="csY77" fmla="*/ 394392 h 412734"/>
                  <a:gd name="csX78" fmla="*/ 235896 w 372549"/>
                  <a:gd name="csY78" fmla="*/ 383508 h 412734"/>
                  <a:gd name="csX79" fmla="*/ 233007 w 372549"/>
                  <a:gd name="csY79" fmla="*/ 376554 h 412734"/>
                  <a:gd name="csX80" fmla="*/ 229849 w 372549"/>
                  <a:gd name="csY80" fmla="*/ 374438 h 412734"/>
                  <a:gd name="csX81" fmla="*/ 229849 w 372549"/>
                  <a:gd name="csY81" fmla="*/ 374438 h 412734"/>
                  <a:gd name="csX82" fmla="*/ 77400 w 372549"/>
                  <a:gd name="csY82" fmla="*/ 46158 h 412734"/>
                  <a:gd name="csX83" fmla="*/ 176301 w 372549"/>
                  <a:gd name="csY83" fmla="*/ 46158 h 412734"/>
                  <a:gd name="csX84" fmla="*/ 189469 w 372549"/>
                  <a:gd name="csY84" fmla="*/ 51634 h 412734"/>
                  <a:gd name="csX85" fmla="*/ 190141 w 372549"/>
                  <a:gd name="csY85" fmla="*/ 52373 h 412734"/>
                  <a:gd name="csX86" fmla="*/ 194945 w 372549"/>
                  <a:gd name="csY86" fmla="*/ 64803 h 412734"/>
                  <a:gd name="csX87" fmla="*/ 194945 w 372549"/>
                  <a:gd name="csY87" fmla="*/ 127892 h 412734"/>
                  <a:gd name="csX88" fmla="*/ 189469 w 372549"/>
                  <a:gd name="csY88" fmla="*/ 141061 h 412734"/>
                  <a:gd name="csX89" fmla="*/ 176301 w 372549"/>
                  <a:gd name="csY89" fmla="*/ 146537 h 412734"/>
                  <a:gd name="csX90" fmla="*/ 77400 w 372549"/>
                  <a:gd name="csY90" fmla="*/ 146537 h 412734"/>
                  <a:gd name="csX91" fmla="*/ 64265 w 372549"/>
                  <a:gd name="csY91" fmla="*/ 141061 h 412734"/>
                  <a:gd name="csX92" fmla="*/ 64231 w 372549"/>
                  <a:gd name="csY92" fmla="*/ 141094 h 412734"/>
                  <a:gd name="csX93" fmla="*/ 58756 w 372549"/>
                  <a:gd name="csY93" fmla="*/ 127926 h 412734"/>
                  <a:gd name="csX94" fmla="*/ 58756 w 372549"/>
                  <a:gd name="csY94" fmla="*/ 64803 h 412734"/>
                  <a:gd name="csX95" fmla="*/ 64231 w 372549"/>
                  <a:gd name="csY95" fmla="*/ 51634 h 412734"/>
                  <a:gd name="csX96" fmla="*/ 64971 w 372549"/>
                  <a:gd name="csY96" fmla="*/ 50962 h 412734"/>
                  <a:gd name="csX97" fmla="*/ 77400 w 372549"/>
                  <a:gd name="csY97" fmla="*/ 46158 h 412734"/>
                  <a:gd name="csX98" fmla="*/ 77400 w 372549"/>
                  <a:gd name="csY98" fmla="*/ 46158 h 412734"/>
                  <a:gd name="csX99" fmla="*/ 176301 w 372549"/>
                  <a:gd name="csY99" fmla="*/ 64567 h 412734"/>
                  <a:gd name="csX100" fmla="*/ 77400 w 372549"/>
                  <a:gd name="csY100" fmla="*/ 64567 h 412734"/>
                  <a:gd name="csX101" fmla="*/ 77333 w 372549"/>
                  <a:gd name="csY101" fmla="*/ 64567 h 412734"/>
                  <a:gd name="csX102" fmla="*/ 77266 w 372549"/>
                  <a:gd name="csY102" fmla="*/ 64635 h 412734"/>
                  <a:gd name="csX103" fmla="*/ 77199 w 372549"/>
                  <a:gd name="csY103" fmla="*/ 64769 h 412734"/>
                  <a:gd name="csX104" fmla="*/ 77199 w 372549"/>
                  <a:gd name="csY104" fmla="*/ 127858 h 412734"/>
                  <a:gd name="csX105" fmla="*/ 77266 w 372549"/>
                  <a:gd name="csY105" fmla="*/ 127993 h 412734"/>
                  <a:gd name="csX106" fmla="*/ 77266 w 372549"/>
                  <a:gd name="csY106" fmla="*/ 128060 h 412734"/>
                  <a:gd name="csX107" fmla="*/ 77266 w 372549"/>
                  <a:gd name="csY107" fmla="*/ 128060 h 412734"/>
                  <a:gd name="csX108" fmla="*/ 77400 w 372549"/>
                  <a:gd name="csY108" fmla="*/ 128094 h 412734"/>
                  <a:gd name="csX109" fmla="*/ 176301 w 372549"/>
                  <a:gd name="csY109" fmla="*/ 128094 h 412734"/>
                  <a:gd name="csX110" fmla="*/ 176435 w 372549"/>
                  <a:gd name="csY110" fmla="*/ 128026 h 412734"/>
                  <a:gd name="csX111" fmla="*/ 176502 w 372549"/>
                  <a:gd name="csY111" fmla="*/ 127892 h 412734"/>
                  <a:gd name="csX112" fmla="*/ 176502 w 372549"/>
                  <a:gd name="csY112" fmla="*/ 64803 h 412734"/>
                  <a:gd name="csX113" fmla="*/ 176502 w 372549"/>
                  <a:gd name="csY113" fmla="*/ 64735 h 412734"/>
                  <a:gd name="csX114" fmla="*/ 176435 w 372549"/>
                  <a:gd name="csY114" fmla="*/ 64668 h 412734"/>
                  <a:gd name="csX115" fmla="*/ 176301 w 372549"/>
                  <a:gd name="csY115" fmla="*/ 64567 h 412734"/>
                  <a:gd name="csX116" fmla="*/ 176301 w 372549"/>
                  <a:gd name="csY116" fmla="*/ 64567 h 412734"/>
                  <a:gd name="csX117" fmla="*/ 329724 w 372549"/>
                  <a:gd name="csY117" fmla="*/ 89024 h 412734"/>
                  <a:gd name="csX118" fmla="*/ 323039 w 372549"/>
                  <a:gd name="csY118" fmla="*/ 114891 h 412734"/>
                  <a:gd name="csX119" fmla="*/ 346151 w 372549"/>
                  <a:gd name="csY119" fmla="*/ 148317 h 412734"/>
                  <a:gd name="csX120" fmla="*/ 349611 w 372549"/>
                  <a:gd name="csY120" fmla="*/ 144588 h 412734"/>
                  <a:gd name="csX121" fmla="*/ 353609 w 372549"/>
                  <a:gd name="csY121" fmla="*/ 135047 h 412734"/>
                  <a:gd name="csX122" fmla="*/ 346991 w 372549"/>
                  <a:gd name="csY122" fmla="*/ 107333 h 412734"/>
                  <a:gd name="csX123" fmla="*/ 329724 w 372549"/>
                  <a:gd name="csY123" fmla="*/ 89024 h 412734"/>
                  <a:gd name="csX124" fmla="*/ 329724 w 372549"/>
                  <a:gd name="csY124" fmla="*/ 89024 h 412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</a:cxnLst>
                <a:rect l="l" t="t" r="r" b="b"/>
                <a:pathLst>
                  <a:path w="372549" h="412734">
                    <a:moveTo>
                      <a:pt x="332781" y="67860"/>
                    </a:moveTo>
                    <a:cubicBezTo>
                      <a:pt x="333688" y="68296"/>
                      <a:pt x="334494" y="68868"/>
                      <a:pt x="335267" y="69607"/>
                    </a:cubicBezTo>
                    <a:cubicBezTo>
                      <a:pt x="335468" y="69808"/>
                      <a:pt x="335636" y="70010"/>
                      <a:pt x="335804" y="70211"/>
                    </a:cubicBezTo>
                    <a:cubicBezTo>
                      <a:pt x="345513" y="77904"/>
                      <a:pt x="355222" y="86605"/>
                      <a:pt x="362276" y="97086"/>
                    </a:cubicBezTo>
                    <a:cubicBezTo>
                      <a:pt x="370070" y="108676"/>
                      <a:pt x="374404" y="122080"/>
                      <a:pt x="371783" y="137970"/>
                    </a:cubicBezTo>
                    <a:cubicBezTo>
                      <a:pt x="370675" y="144622"/>
                      <a:pt x="368155" y="150433"/>
                      <a:pt x="364326" y="155573"/>
                    </a:cubicBezTo>
                    <a:cubicBezTo>
                      <a:pt x="361571" y="159235"/>
                      <a:pt x="358211" y="162460"/>
                      <a:pt x="354247" y="165282"/>
                    </a:cubicBezTo>
                    <a:cubicBezTo>
                      <a:pt x="354046" y="170422"/>
                      <a:pt x="353979" y="175461"/>
                      <a:pt x="353979" y="180466"/>
                    </a:cubicBezTo>
                    <a:cubicBezTo>
                      <a:pt x="354012" y="186883"/>
                      <a:pt x="354214" y="193501"/>
                      <a:pt x="354583" y="200287"/>
                    </a:cubicBezTo>
                    <a:cubicBezTo>
                      <a:pt x="355423" y="216210"/>
                      <a:pt x="357808" y="232268"/>
                      <a:pt x="360194" y="248192"/>
                    </a:cubicBezTo>
                    <a:cubicBezTo>
                      <a:pt x="362747" y="265325"/>
                      <a:pt x="365300" y="282323"/>
                      <a:pt x="365972" y="300027"/>
                    </a:cubicBezTo>
                    <a:cubicBezTo>
                      <a:pt x="366879" y="322703"/>
                      <a:pt x="364191" y="341348"/>
                      <a:pt x="356700" y="354516"/>
                    </a:cubicBezTo>
                    <a:cubicBezTo>
                      <a:pt x="348368" y="369231"/>
                      <a:pt x="334830" y="377092"/>
                      <a:pt x="314875" y="376386"/>
                    </a:cubicBezTo>
                    <a:lnTo>
                      <a:pt x="314875" y="376386"/>
                    </a:lnTo>
                    <a:cubicBezTo>
                      <a:pt x="291057" y="375949"/>
                      <a:pt x="276410" y="362579"/>
                      <a:pt x="269792" y="337887"/>
                    </a:cubicBezTo>
                    <a:cubicBezTo>
                      <a:pt x="264014" y="316287"/>
                      <a:pt x="264888" y="285447"/>
                      <a:pt x="271439" y="246646"/>
                    </a:cubicBezTo>
                    <a:cubicBezTo>
                      <a:pt x="271237" y="215908"/>
                      <a:pt x="267239" y="192627"/>
                      <a:pt x="259311" y="176939"/>
                    </a:cubicBezTo>
                    <a:cubicBezTo>
                      <a:pt x="254138" y="166693"/>
                      <a:pt x="247117" y="159907"/>
                      <a:pt x="238248" y="156682"/>
                    </a:cubicBezTo>
                    <a:lnTo>
                      <a:pt x="238248" y="357943"/>
                    </a:lnTo>
                    <a:cubicBezTo>
                      <a:pt x="241137" y="359320"/>
                      <a:pt x="243757" y="361202"/>
                      <a:pt x="245974" y="363452"/>
                    </a:cubicBezTo>
                    <a:cubicBezTo>
                      <a:pt x="251081" y="368559"/>
                      <a:pt x="254272" y="375647"/>
                      <a:pt x="254272" y="383441"/>
                    </a:cubicBezTo>
                    <a:lnTo>
                      <a:pt x="254272" y="403530"/>
                    </a:lnTo>
                    <a:cubicBezTo>
                      <a:pt x="254272" y="408603"/>
                      <a:pt x="250140" y="412735"/>
                      <a:pt x="245067" y="412735"/>
                    </a:cubicBezTo>
                    <a:lnTo>
                      <a:pt x="9205" y="412735"/>
                    </a:lnTo>
                    <a:cubicBezTo>
                      <a:pt x="4132" y="412735"/>
                      <a:pt x="0" y="408603"/>
                      <a:pt x="0" y="403530"/>
                    </a:cubicBezTo>
                    <a:lnTo>
                      <a:pt x="0" y="383441"/>
                    </a:lnTo>
                    <a:cubicBezTo>
                      <a:pt x="0" y="375647"/>
                      <a:pt x="3191" y="368592"/>
                      <a:pt x="8298" y="363452"/>
                    </a:cubicBezTo>
                    <a:cubicBezTo>
                      <a:pt x="9877" y="361874"/>
                      <a:pt x="11657" y="360463"/>
                      <a:pt x="13572" y="359287"/>
                    </a:cubicBezTo>
                    <a:lnTo>
                      <a:pt x="13572" y="48778"/>
                    </a:lnTo>
                    <a:cubicBezTo>
                      <a:pt x="13572" y="35341"/>
                      <a:pt x="19048" y="23146"/>
                      <a:pt x="27883" y="14311"/>
                    </a:cubicBezTo>
                    <a:cubicBezTo>
                      <a:pt x="36718" y="5476"/>
                      <a:pt x="48913" y="0"/>
                      <a:pt x="62350" y="0"/>
                    </a:cubicBezTo>
                    <a:lnTo>
                      <a:pt x="189268" y="0"/>
                    </a:lnTo>
                    <a:cubicBezTo>
                      <a:pt x="202739" y="0"/>
                      <a:pt x="215001" y="5509"/>
                      <a:pt x="223870" y="14378"/>
                    </a:cubicBezTo>
                    <a:cubicBezTo>
                      <a:pt x="232738" y="23247"/>
                      <a:pt x="238248" y="35509"/>
                      <a:pt x="238248" y="49014"/>
                    </a:cubicBezTo>
                    <a:lnTo>
                      <a:pt x="238248" y="137567"/>
                    </a:lnTo>
                    <a:cubicBezTo>
                      <a:pt x="254574" y="141128"/>
                      <a:pt x="267038" y="151576"/>
                      <a:pt x="275705" y="168709"/>
                    </a:cubicBezTo>
                    <a:cubicBezTo>
                      <a:pt x="285010" y="187084"/>
                      <a:pt x="289646" y="213422"/>
                      <a:pt x="289781" y="247520"/>
                    </a:cubicBezTo>
                    <a:cubicBezTo>
                      <a:pt x="289781" y="248057"/>
                      <a:pt x="289747" y="248595"/>
                      <a:pt x="289646" y="249099"/>
                    </a:cubicBezTo>
                    <a:lnTo>
                      <a:pt x="289680" y="249099"/>
                    </a:lnTo>
                    <a:cubicBezTo>
                      <a:pt x="283465" y="285615"/>
                      <a:pt x="282457" y="314103"/>
                      <a:pt x="287564" y="333151"/>
                    </a:cubicBezTo>
                    <a:cubicBezTo>
                      <a:pt x="291830" y="349175"/>
                      <a:pt x="300833" y="357842"/>
                      <a:pt x="315245" y="358044"/>
                    </a:cubicBezTo>
                    <a:lnTo>
                      <a:pt x="315413" y="358044"/>
                    </a:lnTo>
                    <a:lnTo>
                      <a:pt x="315413" y="358044"/>
                    </a:lnTo>
                    <a:cubicBezTo>
                      <a:pt x="327708" y="358447"/>
                      <a:pt x="335872" y="353945"/>
                      <a:pt x="340676" y="345446"/>
                    </a:cubicBezTo>
                    <a:cubicBezTo>
                      <a:pt x="346353" y="335435"/>
                      <a:pt x="348335" y="320083"/>
                      <a:pt x="347562" y="300733"/>
                    </a:cubicBezTo>
                    <a:cubicBezTo>
                      <a:pt x="346924" y="284339"/>
                      <a:pt x="344404" y="267643"/>
                      <a:pt x="341918" y="250846"/>
                    </a:cubicBezTo>
                    <a:cubicBezTo>
                      <a:pt x="339500" y="234653"/>
                      <a:pt x="337081" y="218327"/>
                      <a:pt x="336174" y="201194"/>
                    </a:cubicBezTo>
                    <a:cubicBezTo>
                      <a:pt x="335804" y="194442"/>
                      <a:pt x="335603" y="187555"/>
                      <a:pt x="335569" y="180433"/>
                    </a:cubicBezTo>
                    <a:cubicBezTo>
                      <a:pt x="335536" y="174789"/>
                      <a:pt x="335636" y="169212"/>
                      <a:pt x="335872" y="163737"/>
                    </a:cubicBezTo>
                    <a:cubicBezTo>
                      <a:pt x="318705" y="148687"/>
                      <a:pt x="308257" y="133637"/>
                      <a:pt x="305032" y="118654"/>
                    </a:cubicBezTo>
                    <a:cubicBezTo>
                      <a:pt x="301975" y="104443"/>
                      <a:pt x="305200" y="90804"/>
                      <a:pt x="315111" y="77770"/>
                    </a:cubicBezTo>
                    <a:cubicBezTo>
                      <a:pt x="307552" y="72596"/>
                      <a:pt x="299859" y="68364"/>
                      <a:pt x="292065" y="64971"/>
                    </a:cubicBezTo>
                    <a:cubicBezTo>
                      <a:pt x="281416" y="60335"/>
                      <a:pt x="270464" y="57210"/>
                      <a:pt x="259311" y="55396"/>
                    </a:cubicBezTo>
                    <a:cubicBezTo>
                      <a:pt x="254306" y="54590"/>
                      <a:pt x="250913" y="49853"/>
                      <a:pt x="251719" y="44848"/>
                    </a:cubicBezTo>
                    <a:cubicBezTo>
                      <a:pt x="252525" y="39842"/>
                      <a:pt x="257262" y="36449"/>
                      <a:pt x="262267" y="37256"/>
                    </a:cubicBezTo>
                    <a:cubicBezTo>
                      <a:pt x="274899" y="39305"/>
                      <a:pt x="287295" y="42832"/>
                      <a:pt x="299422" y="48106"/>
                    </a:cubicBezTo>
                    <a:cubicBezTo>
                      <a:pt x="310878" y="53146"/>
                      <a:pt x="321997" y="59629"/>
                      <a:pt x="332781" y="67860"/>
                    </a:cubicBezTo>
                    <a:lnTo>
                      <a:pt x="332781" y="67860"/>
                    </a:lnTo>
                    <a:close/>
                    <a:moveTo>
                      <a:pt x="219838" y="148586"/>
                    </a:moveTo>
                    <a:cubicBezTo>
                      <a:pt x="219435" y="147444"/>
                      <a:pt x="219234" y="146234"/>
                      <a:pt x="219334" y="144958"/>
                    </a:cubicBezTo>
                    <a:cubicBezTo>
                      <a:pt x="219402" y="144051"/>
                      <a:pt x="219570" y="143211"/>
                      <a:pt x="219838" y="142405"/>
                    </a:cubicBezTo>
                    <a:lnTo>
                      <a:pt x="219838" y="49014"/>
                    </a:lnTo>
                    <a:cubicBezTo>
                      <a:pt x="219838" y="40615"/>
                      <a:pt x="216378" y="32956"/>
                      <a:pt x="210835" y="27413"/>
                    </a:cubicBezTo>
                    <a:cubicBezTo>
                      <a:pt x="205292" y="21870"/>
                      <a:pt x="197633" y="18409"/>
                      <a:pt x="189234" y="18409"/>
                    </a:cubicBezTo>
                    <a:lnTo>
                      <a:pt x="62350" y="18409"/>
                    </a:lnTo>
                    <a:cubicBezTo>
                      <a:pt x="54019" y="18409"/>
                      <a:pt x="46427" y="21836"/>
                      <a:pt x="40917" y="27345"/>
                    </a:cubicBezTo>
                    <a:cubicBezTo>
                      <a:pt x="35408" y="32855"/>
                      <a:pt x="31981" y="40447"/>
                      <a:pt x="31981" y="48778"/>
                    </a:cubicBezTo>
                    <a:lnTo>
                      <a:pt x="31981" y="355222"/>
                    </a:lnTo>
                    <a:lnTo>
                      <a:pt x="219838" y="355222"/>
                    </a:lnTo>
                    <a:lnTo>
                      <a:pt x="219838" y="148586"/>
                    </a:lnTo>
                    <a:lnTo>
                      <a:pt x="219838" y="148586"/>
                    </a:lnTo>
                    <a:close/>
                    <a:moveTo>
                      <a:pt x="229849" y="374438"/>
                    </a:moveTo>
                    <a:cubicBezTo>
                      <a:pt x="229581" y="374471"/>
                      <a:pt x="229345" y="374471"/>
                      <a:pt x="229077" y="374471"/>
                    </a:cubicBezTo>
                    <a:lnTo>
                      <a:pt x="24389" y="374471"/>
                    </a:lnTo>
                    <a:cubicBezTo>
                      <a:pt x="23247" y="374975"/>
                      <a:pt x="22206" y="375681"/>
                      <a:pt x="21332" y="376554"/>
                    </a:cubicBezTo>
                    <a:cubicBezTo>
                      <a:pt x="19552" y="378335"/>
                      <a:pt x="18443" y="380787"/>
                      <a:pt x="18443" y="383508"/>
                    </a:cubicBezTo>
                    <a:lnTo>
                      <a:pt x="18443" y="394392"/>
                    </a:lnTo>
                    <a:lnTo>
                      <a:pt x="235896" y="394392"/>
                    </a:lnTo>
                    <a:lnTo>
                      <a:pt x="235896" y="383508"/>
                    </a:lnTo>
                    <a:cubicBezTo>
                      <a:pt x="235896" y="380820"/>
                      <a:pt x="234788" y="378368"/>
                      <a:pt x="233007" y="376554"/>
                    </a:cubicBezTo>
                    <a:cubicBezTo>
                      <a:pt x="232100" y="375647"/>
                      <a:pt x="231025" y="374942"/>
                      <a:pt x="229849" y="374438"/>
                    </a:cubicBezTo>
                    <a:lnTo>
                      <a:pt x="229849" y="374438"/>
                    </a:lnTo>
                    <a:close/>
                    <a:moveTo>
                      <a:pt x="77400" y="46158"/>
                    </a:moveTo>
                    <a:lnTo>
                      <a:pt x="176301" y="46158"/>
                    </a:lnTo>
                    <a:cubicBezTo>
                      <a:pt x="181441" y="46158"/>
                      <a:pt x="186110" y="48241"/>
                      <a:pt x="189469" y="51634"/>
                    </a:cubicBezTo>
                    <a:cubicBezTo>
                      <a:pt x="189705" y="51869"/>
                      <a:pt x="189940" y="52104"/>
                      <a:pt x="190141" y="52373"/>
                    </a:cubicBezTo>
                    <a:cubicBezTo>
                      <a:pt x="193131" y="55699"/>
                      <a:pt x="194945" y="60066"/>
                      <a:pt x="194945" y="64803"/>
                    </a:cubicBezTo>
                    <a:lnTo>
                      <a:pt x="194945" y="127892"/>
                    </a:lnTo>
                    <a:cubicBezTo>
                      <a:pt x="194945" y="133032"/>
                      <a:pt x="192862" y="137701"/>
                      <a:pt x="189469" y="141061"/>
                    </a:cubicBezTo>
                    <a:cubicBezTo>
                      <a:pt x="186110" y="144420"/>
                      <a:pt x="181441" y="146537"/>
                      <a:pt x="176301" y="146537"/>
                    </a:cubicBezTo>
                    <a:lnTo>
                      <a:pt x="77400" y="146537"/>
                    </a:lnTo>
                    <a:cubicBezTo>
                      <a:pt x="72294" y="146537"/>
                      <a:pt x="67658" y="144420"/>
                      <a:pt x="64265" y="141061"/>
                    </a:cubicBezTo>
                    <a:lnTo>
                      <a:pt x="64231" y="141094"/>
                    </a:lnTo>
                    <a:cubicBezTo>
                      <a:pt x="60872" y="137735"/>
                      <a:pt x="58756" y="133065"/>
                      <a:pt x="58756" y="127926"/>
                    </a:cubicBezTo>
                    <a:lnTo>
                      <a:pt x="58756" y="64803"/>
                    </a:lnTo>
                    <a:cubicBezTo>
                      <a:pt x="58756" y="59663"/>
                      <a:pt x="60839" y="54993"/>
                      <a:pt x="64231" y="51634"/>
                    </a:cubicBezTo>
                    <a:cubicBezTo>
                      <a:pt x="64467" y="51399"/>
                      <a:pt x="64702" y="51164"/>
                      <a:pt x="64971" y="50962"/>
                    </a:cubicBezTo>
                    <a:cubicBezTo>
                      <a:pt x="68296" y="47972"/>
                      <a:pt x="72664" y="46158"/>
                      <a:pt x="77400" y="46158"/>
                    </a:cubicBezTo>
                    <a:lnTo>
                      <a:pt x="77400" y="46158"/>
                    </a:lnTo>
                    <a:close/>
                    <a:moveTo>
                      <a:pt x="176301" y="64567"/>
                    </a:moveTo>
                    <a:lnTo>
                      <a:pt x="77400" y="64567"/>
                    </a:lnTo>
                    <a:cubicBezTo>
                      <a:pt x="77367" y="64567"/>
                      <a:pt x="77333" y="64567"/>
                      <a:pt x="77333" y="64567"/>
                    </a:cubicBezTo>
                    <a:lnTo>
                      <a:pt x="77266" y="64635"/>
                    </a:lnTo>
                    <a:cubicBezTo>
                      <a:pt x="77232" y="64668"/>
                      <a:pt x="77199" y="64735"/>
                      <a:pt x="77199" y="64769"/>
                    </a:cubicBezTo>
                    <a:lnTo>
                      <a:pt x="77199" y="127858"/>
                    </a:lnTo>
                    <a:cubicBezTo>
                      <a:pt x="77199" y="127892"/>
                      <a:pt x="77232" y="127959"/>
                      <a:pt x="77266" y="127993"/>
                    </a:cubicBezTo>
                    <a:lnTo>
                      <a:pt x="77266" y="128060"/>
                    </a:lnTo>
                    <a:lnTo>
                      <a:pt x="77266" y="128060"/>
                    </a:lnTo>
                    <a:cubicBezTo>
                      <a:pt x="77300" y="128094"/>
                      <a:pt x="77333" y="128094"/>
                      <a:pt x="77400" y="128094"/>
                    </a:cubicBezTo>
                    <a:lnTo>
                      <a:pt x="176301" y="128094"/>
                    </a:lnTo>
                    <a:cubicBezTo>
                      <a:pt x="176334" y="128094"/>
                      <a:pt x="176401" y="128060"/>
                      <a:pt x="176435" y="128026"/>
                    </a:cubicBezTo>
                    <a:cubicBezTo>
                      <a:pt x="176469" y="127993"/>
                      <a:pt x="176502" y="127926"/>
                      <a:pt x="176502" y="127892"/>
                    </a:cubicBezTo>
                    <a:lnTo>
                      <a:pt x="176502" y="64803"/>
                    </a:lnTo>
                    <a:cubicBezTo>
                      <a:pt x="176502" y="64769"/>
                      <a:pt x="176502" y="64735"/>
                      <a:pt x="176502" y="64735"/>
                    </a:cubicBezTo>
                    <a:lnTo>
                      <a:pt x="176435" y="64668"/>
                    </a:lnTo>
                    <a:cubicBezTo>
                      <a:pt x="176401" y="64601"/>
                      <a:pt x="176368" y="64567"/>
                      <a:pt x="176301" y="64567"/>
                    </a:cubicBezTo>
                    <a:lnTo>
                      <a:pt x="176301" y="64567"/>
                    </a:lnTo>
                    <a:close/>
                    <a:moveTo>
                      <a:pt x="329724" y="89024"/>
                    </a:moveTo>
                    <a:cubicBezTo>
                      <a:pt x="323307" y="97624"/>
                      <a:pt x="321157" y="106224"/>
                      <a:pt x="323039" y="114891"/>
                    </a:cubicBezTo>
                    <a:cubicBezTo>
                      <a:pt x="325290" y="125372"/>
                      <a:pt x="333117" y="136526"/>
                      <a:pt x="346151" y="148317"/>
                    </a:cubicBezTo>
                    <a:cubicBezTo>
                      <a:pt x="347461" y="147141"/>
                      <a:pt x="348637" y="145898"/>
                      <a:pt x="349611" y="144588"/>
                    </a:cubicBezTo>
                    <a:cubicBezTo>
                      <a:pt x="351661" y="141867"/>
                      <a:pt x="353038" y="138676"/>
                      <a:pt x="353609" y="135047"/>
                    </a:cubicBezTo>
                    <a:cubicBezTo>
                      <a:pt x="355356" y="124432"/>
                      <a:pt x="352366" y="115328"/>
                      <a:pt x="346991" y="107333"/>
                    </a:cubicBezTo>
                    <a:cubicBezTo>
                      <a:pt x="342557" y="100681"/>
                      <a:pt x="336375" y="94600"/>
                      <a:pt x="329724" y="89024"/>
                    </a:cubicBezTo>
                    <a:lnTo>
                      <a:pt x="329724" y="89024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7A033AE1-3604-BE25-B970-EF085B9A797F}"/>
                </a:ext>
              </a:extLst>
            </p:cNvPr>
            <p:cNvGrpSpPr/>
            <p:nvPr/>
          </p:nvGrpSpPr>
          <p:grpSpPr>
            <a:xfrm>
              <a:off x="8061125" y="4635191"/>
              <a:ext cx="1837510" cy="368398"/>
              <a:chOff x="7453351" y="4418580"/>
              <a:chExt cx="1837510" cy="368398"/>
            </a:xfrm>
          </p:grpSpPr>
          <p:sp>
            <p:nvSpPr>
              <p:cNvPr id="285" name="Graphic 283">
                <a:extLst>
                  <a:ext uri="{FF2B5EF4-FFF2-40B4-BE49-F238E27FC236}">
                    <a16:creationId xmlns:a16="http://schemas.microsoft.com/office/drawing/2014/main" id="{5282BAC8-8A8D-8174-9D8D-0E86DE416BB7}"/>
                  </a:ext>
                </a:extLst>
              </p:cNvPr>
              <p:cNvSpPr/>
              <p:nvPr/>
            </p:nvSpPr>
            <p:spPr>
              <a:xfrm>
                <a:off x="7453351" y="4418580"/>
                <a:ext cx="341743" cy="368398"/>
              </a:xfrm>
              <a:custGeom>
                <a:avLst/>
                <a:gdLst>
                  <a:gd name="csX0" fmla="*/ 237455 w 341743"/>
                  <a:gd name="csY0" fmla="*/ 253992 h 368398"/>
                  <a:gd name="csX1" fmla="*/ 227921 w 341743"/>
                  <a:gd name="csY1" fmla="*/ 245657 h 368398"/>
                  <a:gd name="csX2" fmla="*/ 207352 w 341743"/>
                  <a:gd name="csY2" fmla="*/ 226408 h 368398"/>
                  <a:gd name="csX3" fmla="*/ 206963 w 341743"/>
                  <a:gd name="csY3" fmla="*/ 226678 h 368398"/>
                  <a:gd name="csX4" fmla="*/ 174491 w 341743"/>
                  <a:gd name="csY4" fmla="*/ 236092 h 368398"/>
                  <a:gd name="csX5" fmla="*/ 143579 w 341743"/>
                  <a:gd name="csY5" fmla="*/ 227067 h 368398"/>
                  <a:gd name="csX6" fmla="*/ 138002 w 341743"/>
                  <a:gd name="csY6" fmla="*/ 222870 h 368398"/>
                  <a:gd name="csX7" fmla="*/ 115545 w 341743"/>
                  <a:gd name="csY7" fmla="*/ 243768 h 368398"/>
                  <a:gd name="csX8" fmla="*/ 102772 w 341743"/>
                  <a:gd name="csY8" fmla="*/ 254921 h 368398"/>
                  <a:gd name="csX9" fmla="*/ 79145 w 341743"/>
                  <a:gd name="csY9" fmla="*/ 291561 h 368398"/>
                  <a:gd name="csX10" fmla="*/ 106820 w 341743"/>
                  <a:gd name="csY10" fmla="*/ 290871 h 368398"/>
                  <a:gd name="csX11" fmla="*/ 170473 w 341743"/>
                  <a:gd name="csY11" fmla="*/ 346219 h 368398"/>
                  <a:gd name="csX12" fmla="*/ 234127 w 341743"/>
                  <a:gd name="csY12" fmla="*/ 290871 h 368398"/>
                  <a:gd name="csX13" fmla="*/ 261801 w 341743"/>
                  <a:gd name="csY13" fmla="*/ 291561 h 368398"/>
                  <a:gd name="csX14" fmla="*/ 237455 w 341743"/>
                  <a:gd name="csY14" fmla="*/ 253992 h 368398"/>
                  <a:gd name="csX15" fmla="*/ 237455 w 341743"/>
                  <a:gd name="csY15" fmla="*/ 253992 h 368398"/>
                  <a:gd name="csX16" fmla="*/ 122261 w 341743"/>
                  <a:gd name="csY16" fmla="*/ 196005 h 368398"/>
                  <a:gd name="csX17" fmla="*/ 147626 w 341743"/>
                  <a:gd name="csY17" fmla="*/ 207908 h 368398"/>
                  <a:gd name="csX18" fmla="*/ 151704 w 341743"/>
                  <a:gd name="csY18" fmla="*/ 202511 h 368398"/>
                  <a:gd name="csX19" fmla="*/ 178659 w 341743"/>
                  <a:gd name="csY19" fmla="*/ 202781 h 368398"/>
                  <a:gd name="csX20" fmla="*/ 179828 w 341743"/>
                  <a:gd name="csY20" fmla="*/ 218522 h 368398"/>
                  <a:gd name="csX21" fmla="*/ 143099 w 341743"/>
                  <a:gd name="csY21" fmla="*/ 218762 h 368398"/>
                  <a:gd name="csX22" fmla="*/ 148676 w 341743"/>
                  <a:gd name="csY22" fmla="*/ 223050 h 368398"/>
                  <a:gd name="csX23" fmla="*/ 174521 w 341743"/>
                  <a:gd name="csY23" fmla="*/ 230635 h 368398"/>
                  <a:gd name="csX24" fmla="*/ 201865 w 341743"/>
                  <a:gd name="csY24" fmla="*/ 222720 h 368398"/>
                  <a:gd name="csX25" fmla="*/ 205643 w 341743"/>
                  <a:gd name="csY25" fmla="*/ 219871 h 368398"/>
                  <a:gd name="csX26" fmla="*/ 207382 w 341743"/>
                  <a:gd name="csY26" fmla="*/ 218372 h 368398"/>
                  <a:gd name="csX27" fmla="*/ 220485 w 341743"/>
                  <a:gd name="csY27" fmla="*/ 204160 h 368398"/>
                  <a:gd name="csX28" fmla="*/ 227861 w 341743"/>
                  <a:gd name="csY28" fmla="*/ 195315 h 368398"/>
                  <a:gd name="csX29" fmla="*/ 229390 w 341743"/>
                  <a:gd name="csY29" fmla="*/ 193486 h 368398"/>
                  <a:gd name="csX30" fmla="*/ 232298 w 341743"/>
                  <a:gd name="csY30" fmla="*/ 190008 h 368398"/>
                  <a:gd name="csX31" fmla="*/ 233348 w 341743"/>
                  <a:gd name="csY31" fmla="*/ 189169 h 368398"/>
                  <a:gd name="csX32" fmla="*/ 236076 w 341743"/>
                  <a:gd name="csY32" fmla="*/ 176906 h 368398"/>
                  <a:gd name="csX33" fmla="*/ 231938 w 341743"/>
                  <a:gd name="csY33" fmla="*/ 139127 h 368398"/>
                  <a:gd name="csX34" fmla="*/ 210441 w 341743"/>
                  <a:gd name="csY34" fmla="*/ 118079 h 368398"/>
                  <a:gd name="csX35" fmla="*/ 224982 w 341743"/>
                  <a:gd name="csY35" fmla="*/ 145963 h 368398"/>
                  <a:gd name="csX36" fmla="*/ 190802 w 341743"/>
                  <a:gd name="csY36" fmla="*/ 114541 h 368398"/>
                  <a:gd name="csX37" fmla="*/ 145258 w 341743"/>
                  <a:gd name="csY37" fmla="*/ 63720 h 368398"/>
                  <a:gd name="csX38" fmla="*/ 115935 w 341743"/>
                  <a:gd name="csY38" fmla="*/ 189169 h 368398"/>
                  <a:gd name="csX39" fmla="*/ 117134 w 341743"/>
                  <a:gd name="csY39" fmla="*/ 190038 h 368398"/>
                  <a:gd name="csX40" fmla="*/ 122261 w 341743"/>
                  <a:gd name="csY40" fmla="*/ 196005 h 368398"/>
                  <a:gd name="csX41" fmla="*/ 122261 w 341743"/>
                  <a:gd name="csY41" fmla="*/ 196005 h 368398"/>
                  <a:gd name="csX42" fmla="*/ 128467 w 341743"/>
                  <a:gd name="csY42" fmla="*/ 213395 h 368398"/>
                  <a:gd name="csX43" fmla="*/ 102682 w 341743"/>
                  <a:gd name="csY43" fmla="*/ 195435 h 368398"/>
                  <a:gd name="csX44" fmla="*/ 87871 w 341743"/>
                  <a:gd name="csY44" fmla="*/ 195825 h 368398"/>
                  <a:gd name="csX45" fmla="*/ 82683 w 341743"/>
                  <a:gd name="csY45" fmla="*/ 187760 h 368398"/>
                  <a:gd name="csX46" fmla="*/ 79205 w 341743"/>
                  <a:gd name="csY46" fmla="*/ 187040 h 368398"/>
                  <a:gd name="csX47" fmla="*/ 55489 w 341743"/>
                  <a:gd name="csY47" fmla="*/ 135979 h 368398"/>
                  <a:gd name="csX48" fmla="*/ 64664 w 341743"/>
                  <a:gd name="csY48" fmla="*/ 122607 h 368398"/>
                  <a:gd name="csX49" fmla="*/ 64304 w 341743"/>
                  <a:gd name="csY49" fmla="*/ 120418 h 368398"/>
                  <a:gd name="csX50" fmla="*/ 64304 w 341743"/>
                  <a:gd name="csY50" fmla="*/ 88546 h 368398"/>
                  <a:gd name="csX51" fmla="*/ 73749 w 341743"/>
                  <a:gd name="csY51" fmla="*/ 54096 h 368398"/>
                  <a:gd name="csX52" fmla="*/ 99204 w 341743"/>
                  <a:gd name="csY52" fmla="*/ 23993 h 368398"/>
                  <a:gd name="csX53" fmla="*/ 172033 w 341743"/>
                  <a:gd name="csY53" fmla="*/ 7 h 368398"/>
                  <a:gd name="csX54" fmla="*/ 243722 w 341743"/>
                  <a:gd name="csY54" fmla="*/ 25582 h 368398"/>
                  <a:gd name="csX55" fmla="*/ 266988 w 341743"/>
                  <a:gd name="csY55" fmla="*/ 56105 h 368398"/>
                  <a:gd name="csX56" fmla="*/ 275653 w 341743"/>
                  <a:gd name="csY56" fmla="*/ 92414 h 368398"/>
                  <a:gd name="csX57" fmla="*/ 275653 w 341743"/>
                  <a:gd name="csY57" fmla="*/ 118739 h 368398"/>
                  <a:gd name="csX58" fmla="*/ 268877 w 341743"/>
                  <a:gd name="csY58" fmla="*/ 125515 h 368398"/>
                  <a:gd name="csX59" fmla="*/ 263570 w 341743"/>
                  <a:gd name="csY59" fmla="*/ 122937 h 368398"/>
                  <a:gd name="csX60" fmla="*/ 253796 w 341743"/>
                  <a:gd name="csY60" fmla="*/ 195016 h 368398"/>
                  <a:gd name="csX61" fmla="*/ 236915 w 341743"/>
                  <a:gd name="csY61" fmla="*/ 195016 h 368398"/>
                  <a:gd name="csX62" fmla="*/ 235806 w 341743"/>
                  <a:gd name="csY62" fmla="*/ 196335 h 368398"/>
                  <a:gd name="csX63" fmla="*/ 234307 w 341743"/>
                  <a:gd name="csY63" fmla="*/ 198104 h 368398"/>
                  <a:gd name="csX64" fmla="*/ 226931 w 341743"/>
                  <a:gd name="csY64" fmla="*/ 206949 h 368398"/>
                  <a:gd name="csX65" fmla="*/ 213169 w 341743"/>
                  <a:gd name="csY65" fmla="*/ 221820 h 368398"/>
                  <a:gd name="csX66" fmla="*/ 232838 w 341743"/>
                  <a:gd name="csY66" fmla="*/ 239930 h 368398"/>
                  <a:gd name="csX67" fmla="*/ 240124 w 341743"/>
                  <a:gd name="csY67" fmla="*/ 246226 h 368398"/>
                  <a:gd name="csX68" fmla="*/ 299910 w 341743"/>
                  <a:gd name="csY68" fmla="*/ 273841 h 368398"/>
                  <a:gd name="csX69" fmla="*/ 324496 w 341743"/>
                  <a:gd name="csY69" fmla="*/ 297617 h 368398"/>
                  <a:gd name="csX70" fmla="*/ 341046 w 341743"/>
                  <a:gd name="csY70" fmla="*/ 350207 h 368398"/>
                  <a:gd name="csX71" fmla="*/ 325245 w 341743"/>
                  <a:gd name="csY71" fmla="*/ 367837 h 368398"/>
                  <a:gd name="csX72" fmla="*/ 16781 w 341743"/>
                  <a:gd name="csY72" fmla="*/ 367837 h 368398"/>
                  <a:gd name="csX73" fmla="*/ 530 w 341743"/>
                  <a:gd name="csY73" fmla="*/ 346100 h 368398"/>
                  <a:gd name="csX74" fmla="*/ 16631 w 341743"/>
                  <a:gd name="csY74" fmla="*/ 297617 h 368398"/>
                  <a:gd name="csX75" fmla="*/ 41217 w 341743"/>
                  <a:gd name="csY75" fmla="*/ 273841 h 368398"/>
                  <a:gd name="csX76" fmla="*/ 101363 w 341743"/>
                  <a:gd name="csY76" fmla="*/ 246076 h 368398"/>
                  <a:gd name="csX77" fmla="*/ 110777 w 341743"/>
                  <a:gd name="csY77" fmla="*/ 237951 h 368398"/>
                  <a:gd name="csX78" fmla="*/ 132605 w 341743"/>
                  <a:gd name="csY78" fmla="*/ 217713 h 368398"/>
                  <a:gd name="csX79" fmla="*/ 128467 w 341743"/>
                  <a:gd name="csY79" fmla="*/ 213395 h 368398"/>
                  <a:gd name="csX80" fmla="*/ 128467 w 341743"/>
                  <a:gd name="csY80" fmla="*/ 213395 h 368398"/>
                  <a:gd name="csX81" fmla="*/ 262071 w 341743"/>
                  <a:gd name="csY81" fmla="*/ 114092 h 368398"/>
                  <a:gd name="csX82" fmla="*/ 262071 w 341743"/>
                  <a:gd name="csY82" fmla="*/ 92444 h 368398"/>
                  <a:gd name="csX83" fmla="*/ 254785 w 341743"/>
                  <a:gd name="csY83" fmla="*/ 61951 h 368398"/>
                  <a:gd name="csX84" fmla="*/ 234967 w 341743"/>
                  <a:gd name="csY84" fmla="*/ 35926 h 368398"/>
                  <a:gd name="csX85" fmla="*/ 171883 w 341743"/>
                  <a:gd name="csY85" fmla="*/ 13499 h 368398"/>
                  <a:gd name="csX86" fmla="*/ 107569 w 341743"/>
                  <a:gd name="csY86" fmla="*/ 34577 h 368398"/>
                  <a:gd name="csX87" fmla="*/ 85562 w 341743"/>
                  <a:gd name="csY87" fmla="*/ 60572 h 368398"/>
                  <a:gd name="csX88" fmla="*/ 77826 w 341743"/>
                  <a:gd name="csY88" fmla="*/ 88576 h 368398"/>
                  <a:gd name="csX89" fmla="*/ 77826 w 341743"/>
                  <a:gd name="csY89" fmla="*/ 115831 h 368398"/>
                  <a:gd name="csX90" fmla="*/ 123460 w 341743"/>
                  <a:gd name="csY90" fmla="*/ 39344 h 368398"/>
                  <a:gd name="csX91" fmla="*/ 170833 w 341743"/>
                  <a:gd name="csY91" fmla="*/ 27381 h 368398"/>
                  <a:gd name="csX92" fmla="*/ 213919 w 341743"/>
                  <a:gd name="csY92" fmla="*/ 36796 h 368398"/>
                  <a:gd name="csX93" fmla="*/ 262071 w 341743"/>
                  <a:gd name="csY93" fmla="*/ 114092 h 368398"/>
                  <a:gd name="csX94" fmla="*/ 262071 w 341743"/>
                  <a:gd name="csY94" fmla="*/ 114092 h 368398"/>
                  <a:gd name="csX95" fmla="*/ 149066 w 341743"/>
                  <a:gd name="csY95" fmla="*/ 313358 h 368398"/>
                  <a:gd name="csX96" fmla="*/ 161688 w 341743"/>
                  <a:gd name="csY96" fmla="*/ 269583 h 368398"/>
                  <a:gd name="csX97" fmla="*/ 155512 w 341743"/>
                  <a:gd name="csY97" fmla="*/ 262807 h 368398"/>
                  <a:gd name="csX98" fmla="*/ 153653 w 341743"/>
                  <a:gd name="csY98" fmla="*/ 252133 h 368398"/>
                  <a:gd name="csX99" fmla="*/ 170413 w 341743"/>
                  <a:gd name="csY99" fmla="*/ 246736 h 368398"/>
                  <a:gd name="csX100" fmla="*/ 187684 w 341743"/>
                  <a:gd name="csY100" fmla="*/ 253932 h 368398"/>
                  <a:gd name="csX101" fmla="*/ 185525 w 341743"/>
                  <a:gd name="csY101" fmla="*/ 262807 h 368398"/>
                  <a:gd name="csX102" fmla="*/ 179348 w 341743"/>
                  <a:gd name="csY102" fmla="*/ 269583 h 368398"/>
                  <a:gd name="csX103" fmla="*/ 191971 w 341743"/>
                  <a:gd name="csY103" fmla="*/ 313358 h 368398"/>
                  <a:gd name="csX104" fmla="*/ 170533 w 341743"/>
                  <a:gd name="csY104" fmla="*/ 330299 h 368398"/>
                  <a:gd name="csX105" fmla="*/ 149066 w 341743"/>
                  <a:gd name="csY105" fmla="*/ 313358 h 368398"/>
                  <a:gd name="csX106" fmla="*/ 149066 w 341743"/>
                  <a:gd name="csY106" fmla="*/ 313358 h 36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</a:cxnLst>
                <a:rect l="l" t="t" r="r" b="b"/>
                <a:pathLst>
                  <a:path w="341743" h="368398">
                    <a:moveTo>
                      <a:pt x="237455" y="253992"/>
                    </a:moveTo>
                    <a:cubicBezTo>
                      <a:pt x="234937" y="251713"/>
                      <a:pt x="231519" y="248775"/>
                      <a:pt x="227921" y="245657"/>
                    </a:cubicBezTo>
                    <a:cubicBezTo>
                      <a:pt x="220095" y="238941"/>
                      <a:pt x="211400" y="231475"/>
                      <a:pt x="207352" y="226408"/>
                    </a:cubicBezTo>
                    <a:lnTo>
                      <a:pt x="206963" y="226678"/>
                    </a:lnTo>
                    <a:cubicBezTo>
                      <a:pt x="198687" y="232344"/>
                      <a:pt x="188463" y="236122"/>
                      <a:pt x="174491" y="236092"/>
                    </a:cubicBezTo>
                    <a:cubicBezTo>
                      <a:pt x="161449" y="236062"/>
                      <a:pt x="151644" y="232434"/>
                      <a:pt x="143579" y="227067"/>
                    </a:cubicBezTo>
                    <a:cubicBezTo>
                      <a:pt x="141600" y="225748"/>
                      <a:pt x="139771" y="224339"/>
                      <a:pt x="138002" y="222870"/>
                    </a:cubicBezTo>
                    <a:cubicBezTo>
                      <a:pt x="134014" y="228087"/>
                      <a:pt x="124240" y="236392"/>
                      <a:pt x="115545" y="243768"/>
                    </a:cubicBezTo>
                    <a:cubicBezTo>
                      <a:pt x="110238" y="248265"/>
                      <a:pt x="105351" y="252403"/>
                      <a:pt x="102772" y="254921"/>
                    </a:cubicBezTo>
                    <a:cubicBezTo>
                      <a:pt x="93777" y="266165"/>
                      <a:pt x="85832" y="278158"/>
                      <a:pt x="79145" y="291561"/>
                    </a:cubicBezTo>
                    <a:lnTo>
                      <a:pt x="106820" y="290871"/>
                    </a:lnTo>
                    <a:lnTo>
                      <a:pt x="170473" y="346219"/>
                    </a:lnTo>
                    <a:lnTo>
                      <a:pt x="234127" y="290871"/>
                    </a:lnTo>
                    <a:lnTo>
                      <a:pt x="261801" y="291561"/>
                    </a:lnTo>
                    <a:cubicBezTo>
                      <a:pt x="254965" y="277768"/>
                      <a:pt x="246780" y="265505"/>
                      <a:pt x="237455" y="253992"/>
                    </a:cubicBezTo>
                    <a:lnTo>
                      <a:pt x="237455" y="253992"/>
                    </a:lnTo>
                    <a:close/>
                    <a:moveTo>
                      <a:pt x="122261" y="196005"/>
                    </a:moveTo>
                    <a:cubicBezTo>
                      <a:pt x="129937" y="200982"/>
                      <a:pt x="138392" y="204970"/>
                      <a:pt x="147626" y="207908"/>
                    </a:cubicBezTo>
                    <a:cubicBezTo>
                      <a:pt x="148556" y="205809"/>
                      <a:pt x="149845" y="203950"/>
                      <a:pt x="151704" y="202511"/>
                    </a:cubicBezTo>
                    <a:cubicBezTo>
                      <a:pt x="157281" y="198194"/>
                      <a:pt x="173622" y="198613"/>
                      <a:pt x="178659" y="202781"/>
                    </a:cubicBezTo>
                    <a:cubicBezTo>
                      <a:pt x="182886" y="206289"/>
                      <a:pt x="182946" y="214325"/>
                      <a:pt x="179828" y="218522"/>
                    </a:cubicBezTo>
                    <a:cubicBezTo>
                      <a:pt x="174431" y="225778"/>
                      <a:pt x="154822" y="221940"/>
                      <a:pt x="143099" y="218762"/>
                    </a:cubicBezTo>
                    <a:cubicBezTo>
                      <a:pt x="144868" y="220291"/>
                      <a:pt x="146727" y="221730"/>
                      <a:pt x="148676" y="223050"/>
                    </a:cubicBezTo>
                    <a:cubicBezTo>
                      <a:pt x="155452" y="227577"/>
                      <a:pt x="163667" y="230635"/>
                      <a:pt x="174521" y="230635"/>
                    </a:cubicBezTo>
                    <a:cubicBezTo>
                      <a:pt x="186274" y="230665"/>
                      <a:pt x="194879" y="227487"/>
                      <a:pt x="201865" y="222720"/>
                    </a:cubicBezTo>
                    <a:cubicBezTo>
                      <a:pt x="203155" y="221820"/>
                      <a:pt x="204414" y="220891"/>
                      <a:pt x="205643" y="219871"/>
                    </a:cubicBezTo>
                    <a:cubicBezTo>
                      <a:pt x="206033" y="219212"/>
                      <a:pt x="206633" y="218672"/>
                      <a:pt x="207382" y="218372"/>
                    </a:cubicBezTo>
                    <a:cubicBezTo>
                      <a:pt x="212180" y="214115"/>
                      <a:pt x="216347" y="209137"/>
                      <a:pt x="220485" y="204160"/>
                    </a:cubicBezTo>
                    <a:lnTo>
                      <a:pt x="227861" y="195315"/>
                    </a:lnTo>
                    <a:cubicBezTo>
                      <a:pt x="228760" y="194236"/>
                      <a:pt x="229060" y="193876"/>
                      <a:pt x="229390" y="193486"/>
                    </a:cubicBezTo>
                    <a:cubicBezTo>
                      <a:pt x="230289" y="192437"/>
                      <a:pt x="231309" y="191238"/>
                      <a:pt x="232298" y="190008"/>
                    </a:cubicBezTo>
                    <a:cubicBezTo>
                      <a:pt x="232568" y="189679"/>
                      <a:pt x="232928" y="189379"/>
                      <a:pt x="233348" y="189169"/>
                    </a:cubicBezTo>
                    <a:cubicBezTo>
                      <a:pt x="234547" y="185271"/>
                      <a:pt x="235446" y="181193"/>
                      <a:pt x="236076" y="176906"/>
                    </a:cubicBezTo>
                    <a:cubicBezTo>
                      <a:pt x="238175" y="162904"/>
                      <a:pt x="238235" y="152020"/>
                      <a:pt x="231938" y="139127"/>
                    </a:cubicBezTo>
                    <a:cubicBezTo>
                      <a:pt x="226481" y="128004"/>
                      <a:pt x="218806" y="122217"/>
                      <a:pt x="210441" y="118079"/>
                    </a:cubicBezTo>
                    <a:cubicBezTo>
                      <a:pt x="219465" y="128154"/>
                      <a:pt x="226931" y="137928"/>
                      <a:pt x="224982" y="145963"/>
                    </a:cubicBezTo>
                    <a:cubicBezTo>
                      <a:pt x="213949" y="133850"/>
                      <a:pt x="202585" y="123266"/>
                      <a:pt x="190802" y="114541"/>
                    </a:cubicBezTo>
                    <a:cubicBezTo>
                      <a:pt x="166186" y="101829"/>
                      <a:pt x="151704" y="84588"/>
                      <a:pt x="145258" y="63720"/>
                    </a:cubicBezTo>
                    <a:cubicBezTo>
                      <a:pt x="108769" y="100150"/>
                      <a:pt x="102412" y="142785"/>
                      <a:pt x="115935" y="189169"/>
                    </a:cubicBezTo>
                    <a:cubicBezTo>
                      <a:pt x="116414" y="189379"/>
                      <a:pt x="116834" y="189679"/>
                      <a:pt x="117134" y="190038"/>
                    </a:cubicBezTo>
                    <a:lnTo>
                      <a:pt x="122261" y="196005"/>
                    </a:lnTo>
                    <a:lnTo>
                      <a:pt x="122261" y="196005"/>
                    </a:lnTo>
                    <a:close/>
                    <a:moveTo>
                      <a:pt x="128467" y="213395"/>
                    </a:moveTo>
                    <a:cubicBezTo>
                      <a:pt x="119353" y="208838"/>
                      <a:pt x="110777" y="202122"/>
                      <a:pt x="102682" y="195435"/>
                    </a:cubicBezTo>
                    <a:lnTo>
                      <a:pt x="87871" y="195825"/>
                    </a:lnTo>
                    <a:cubicBezTo>
                      <a:pt x="85832" y="193486"/>
                      <a:pt x="84123" y="190788"/>
                      <a:pt x="82683" y="187760"/>
                    </a:cubicBezTo>
                    <a:cubicBezTo>
                      <a:pt x="81514" y="187640"/>
                      <a:pt x="80345" y="187400"/>
                      <a:pt x="79205" y="187040"/>
                    </a:cubicBezTo>
                    <a:cubicBezTo>
                      <a:pt x="64964" y="182573"/>
                      <a:pt x="53150" y="150911"/>
                      <a:pt x="55489" y="135979"/>
                    </a:cubicBezTo>
                    <a:cubicBezTo>
                      <a:pt x="56808" y="127524"/>
                      <a:pt x="59807" y="124466"/>
                      <a:pt x="64664" y="122607"/>
                    </a:cubicBezTo>
                    <a:cubicBezTo>
                      <a:pt x="64424" y="121917"/>
                      <a:pt x="64304" y="121198"/>
                      <a:pt x="64304" y="120418"/>
                    </a:cubicBezTo>
                    <a:lnTo>
                      <a:pt x="64304" y="88546"/>
                    </a:lnTo>
                    <a:cubicBezTo>
                      <a:pt x="64304" y="76553"/>
                      <a:pt x="67902" y="64770"/>
                      <a:pt x="73749" y="54096"/>
                    </a:cubicBezTo>
                    <a:cubicBezTo>
                      <a:pt x="80135" y="42372"/>
                      <a:pt x="89250" y="31908"/>
                      <a:pt x="99204" y="23993"/>
                    </a:cubicBezTo>
                    <a:cubicBezTo>
                      <a:pt x="119532" y="7772"/>
                      <a:pt x="145857" y="-263"/>
                      <a:pt x="172033" y="7"/>
                    </a:cubicBezTo>
                    <a:cubicBezTo>
                      <a:pt x="197998" y="276"/>
                      <a:pt x="223903" y="8762"/>
                      <a:pt x="243722" y="25582"/>
                    </a:cubicBezTo>
                    <a:cubicBezTo>
                      <a:pt x="253286" y="33707"/>
                      <a:pt x="261352" y="44351"/>
                      <a:pt x="266988" y="56105"/>
                    </a:cubicBezTo>
                    <a:cubicBezTo>
                      <a:pt x="272475" y="67558"/>
                      <a:pt x="275653" y="80091"/>
                      <a:pt x="275653" y="92414"/>
                    </a:cubicBezTo>
                    <a:lnTo>
                      <a:pt x="275653" y="118739"/>
                    </a:lnTo>
                    <a:cubicBezTo>
                      <a:pt x="275653" y="122487"/>
                      <a:pt x="272625" y="125515"/>
                      <a:pt x="268877" y="125515"/>
                    </a:cubicBezTo>
                    <a:cubicBezTo>
                      <a:pt x="266718" y="125515"/>
                      <a:pt x="264800" y="124526"/>
                      <a:pt x="263570" y="122937"/>
                    </a:cubicBezTo>
                    <a:cubicBezTo>
                      <a:pt x="266898" y="147942"/>
                      <a:pt x="263780" y="173668"/>
                      <a:pt x="253796" y="195016"/>
                    </a:cubicBezTo>
                    <a:lnTo>
                      <a:pt x="236915" y="195016"/>
                    </a:lnTo>
                    <a:cubicBezTo>
                      <a:pt x="236526" y="195465"/>
                      <a:pt x="236166" y="195915"/>
                      <a:pt x="235806" y="196335"/>
                    </a:cubicBezTo>
                    <a:lnTo>
                      <a:pt x="234307" y="198104"/>
                    </a:lnTo>
                    <a:lnTo>
                      <a:pt x="226931" y="206949"/>
                    </a:lnTo>
                    <a:cubicBezTo>
                      <a:pt x="222644" y="212106"/>
                      <a:pt x="218296" y="217293"/>
                      <a:pt x="213169" y="221820"/>
                    </a:cubicBezTo>
                    <a:cubicBezTo>
                      <a:pt x="215868" y="225358"/>
                      <a:pt x="224862" y="233064"/>
                      <a:pt x="232838" y="239930"/>
                    </a:cubicBezTo>
                    <a:cubicBezTo>
                      <a:pt x="235416" y="242149"/>
                      <a:pt x="237935" y="244307"/>
                      <a:pt x="240124" y="246226"/>
                    </a:cubicBezTo>
                    <a:cubicBezTo>
                      <a:pt x="261981" y="254742"/>
                      <a:pt x="283329" y="263467"/>
                      <a:pt x="299910" y="273841"/>
                    </a:cubicBezTo>
                    <a:cubicBezTo>
                      <a:pt x="312712" y="281846"/>
                      <a:pt x="319308" y="287903"/>
                      <a:pt x="324496" y="297617"/>
                    </a:cubicBezTo>
                    <a:cubicBezTo>
                      <a:pt x="332681" y="312968"/>
                      <a:pt x="339127" y="329999"/>
                      <a:pt x="341046" y="350207"/>
                    </a:cubicBezTo>
                    <a:cubicBezTo>
                      <a:pt x="342755" y="368287"/>
                      <a:pt x="342605" y="367477"/>
                      <a:pt x="325245" y="367837"/>
                    </a:cubicBezTo>
                    <a:cubicBezTo>
                      <a:pt x="233737" y="369666"/>
                      <a:pt x="106310" y="366308"/>
                      <a:pt x="16781" y="367837"/>
                    </a:cubicBezTo>
                    <a:cubicBezTo>
                      <a:pt x="500" y="368107"/>
                      <a:pt x="-1179" y="369276"/>
                      <a:pt x="530" y="346100"/>
                    </a:cubicBezTo>
                    <a:cubicBezTo>
                      <a:pt x="6077" y="319805"/>
                      <a:pt x="2929" y="323283"/>
                      <a:pt x="16631" y="297617"/>
                    </a:cubicBezTo>
                    <a:cubicBezTo>
                      <a:pt x="21818" y="287903"/>
                      <a:pt x="28414" y="281876"/>
                      <a:pt x="41217" y="273841"/>
                    </a:cubicBezTo>
                    <a:cubicBezTo>
                      <a:pt x="57888" y="263377"/>
                      <a:pt x="79355" y="254622"/>
                      <a:pt x="101363" y="246076"/>
                    </a:cubicBezTo>
                    <a:cubicBezTo>
                      <a:pt x="104061" y="243678"/>
                      <a:pt x="107329" y="240889"/>
                      <a:pt x="110777" y="237951"/>
                    </a:cubicBezTo>
                    <a:cubicBezTo>
                      <a:pt x="120372" y="229796"/>
                      <a:pt x="131376" y="220471"/>
                      <a:pt x="132605" y="217713"/>
                    </a:cubicBezTo>
                    <a:cubicBezTo>
                      <a:pt x="131166" y="216333"/>
                      <a:pt x="129787" y="214894"/>
                      <a:pt x="128467" y="213395"/>
                    </a:cubicBezTo>
                    <a:lnTo>
                      <a:pt x="128467" y="213395"/>
                    </a:lnTo>
                    <a:close/>
                    <a:moveTo>
                      <a:pt x="262071" y="114092"/>
                    </a:moveTo>
                    <a:lnTo>
                      <a:pt x="262071" y="92444"/>
                    </a:lnTo>
                    <a:cubicBezTo>
                      <a:pt x="262071" y="82130"/>
                      <a:pt x="259403" y="71576"/>
                      <a:pt x="254785" y="61951"/>
                    </a:cubicBezTo>
                    <a:cubicBezTo>
                      <a:pt x="249988" y="51907"/>
                      <a:pt x="243092" y="42852"/>
                      <a:pt x="234967" y="35926"/>
                    </a:cubicBezTo>
                    <a:cubicBezTo>
                      <a:pt x="217606" y="21175"/>
                      <a:pt x="194819" y="13739"/>
                      <a:pt x="171883" y="13499"/>
                    </a:cubicBezTo>
                    <a:cubicBezTo>
                      <a:pt x="148676" y="13259"/>
                      <a:pt x="125409" y="20335"/>
                      <a:pt x="107569" y="34577"/>
                    </a:cubicBezTo>
                    <a:cubicBezTo>
                      <a:pt x="98934" y="41473"/>
                      <a:pt x="91049" y="50468"/>
                      <a:pt x="85562" y="60572"/>
                    </a:cubicBezTo>
                    <a:cubicBezTo>
                      <a:pt x="80765" y="69357"/>
                      <a:pt x="77826" y="78922"/>
                      <a:pt x="77826" y="88576"/>
                    </a:cubicBezTo>
                    <a:lnTo>
                      <a:pt x="77826" y="115831"/>
                    </a:lnTo>
                    <a:cubicBezTo>
                      <a:pt x="85172" y="80481"/>
                      <a:pt x="100163" y="54725"/>
                      <a:pt x="123460" y="39344"/>
                    </a:cubicBezTo>
                    <a:cubicBezTo>
                      <a:pt x="140610" y="28011"/>
                      <a:pt x="150835" y="27381"/>
                      <a:pt x="170833" y="27381"/>
                    </a:cubicBezTo>
                    <a:cubicBezTo>
                      <a:pt x="188313" y="27381"/>
                      <a:pt x="199017" y="26991"/>
                      <a:pt x="213919" y="36796"/>
                    </a:cubicBezTo>
                    <a:cubicBezTo>
                      <a:pt x="239644" y="53706"/>
                      <a:pt x="255955" y="82849"/>
                      <a:pt x="262071" y="114092"/>
                    </a:cubicBezTo>
                    <a:lnTo>
                      <a:pt x="262071" y="114092"/>
                    </a:lnTo>
                    <a:close/>
                    <a:moveTo>
                      <a:pt x="149066" y="313358"/>
                    </a:moveTo>
                    <a:lnTo>
                      <a:pt x="161688" y="269583"/>
                    </a:lnTo>
                    <a:lnTo>
                      <a:pt x="155512" y="262807"/>
                    </a:lnTo>
                    <a:cubicBezTo>
                      <a:pt x="152724" y="258729"/>
                      <a:pt x="152124" y="255191"/>
                      <a:pt x="153653" y="252133"/>
                    </a:cubicBezTo>
                    <a:cubicBezTo>
                      <a:pt x="157011" y="245507"/>
                      <a:pt x="163937" y="246736"/>
                      <a:pt x="170413" y="246736"/>
                    </a:cubicBezTo>
                    <a:cubicBezTo>
                      <a:pt x="177190" y="246736"/>
                      <a:pt x="185555" y="245447"/>
                      <a:pt x="187684" y="253932"/>
                    </a:cubicBezTo>
                    <a:cubicBezTo>
                      <a:pt x="188403" y="256780"/>
                      <a:pt x="187504" y="259749"/>
                      <a:pt x="185525" y="262807"/>
                    </a:cubicBezTo>
                    <a:lnTo>
                      <a:pt x="179348" y="269583"/>
                    </a:lnTo>
                    <a:lnTo>
                      <a:pt x="191971" y="313358"/>
                    </a:lnTo>
                    <a:lnTo>
                      <a:pt x="170533" y="330299"/>
                    </a:lnTo>
                    <a:lnTo>
                      <a:pt x="149066" y="313358"/>
                    </a:lnTo>
                    <a:lnTo>
                      <a:pt x="149066" y="313358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E2350F9-F7F6-9841-CB70-BD41CF44AE7E}"/>
                  </a:ext>
                </a:extLst>
              </p:cNvPr>
              <p:cNvSpPr txBox="1"/>
              <p:nvPr/>
            </p:nvSpPr>
            <p:spPr>
              <a:xfrm>
                <a:off x="7864840" y="4464280"/>
                <a:ext cx="142602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Professional services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F28B99C-A26F-3D5C-4E2D-864204FFFC09}"/>
                </a:ext>
              </a:extLst>
            </p:cNvPr>
            <p:cNvGrpSpPr/>
            <p:nvPr/>
          </p:nvGrpSpPr>
          <p:grpSpPr>
            <a:xfrm>
              <a:off x="653595" y="5332089"/>
              <a:ext cx="936142" cy="337625"/>
              <a:chOff x="591078" y="4959276"/>
              <a:chExt cx="936142" cy="337625"/>
            </a:xfrm>
          </p:grpSpPr>
          <p:sp>
            <p:nvSpPr>
              <p:cNvPr id="137" name="Graphic 135">
                <a:extLst>
                  <a:ext uri="{FF2B5EF4-FFF2-40B4-BE49-F238E27FC236}">
                    <a16:creationId xmlns:a16="http://schemas.microsoft.com/office/drawing/2014/main" id="{C998B81B-A162-2A25-0BF4-A898D0BD274C}"/>
                  </a:ext>
                </a:extLst>
              </p:cNvPr>
              <p:cNvSpPr/>
              <p:nvPr/>
            </p:nvSpPr>
            <p:spPr>
              <a:xfrm>
                <a:off x="591078" y="4959276"/>
                <a:ext cx="329191" cy="337625"/>
              </a:xfrm>
              <a:custGeom>
                <a:avLst/>
                <a:gdLst>
                  <a:gd name="csX0" fmla="*/ 56514 w 329191"/>
                  <a:gd name="csY0" fmla="*/ 0 h 337625"/>
                  <a:gd name="csX1" fmla="*/ 275453 w 329191"/>
                  <a:gd name="csY1" fmla="*/ 0 h 337625"/>
                  <a:gd name="csX2" fmla="*/ 284766 w 329191"/>
                  <a:gd name="csY2" fmla="*/ 9341 h 337625"/>
                  <a:gd name="csX3" fmla="*/ 275453 w 329191"/>
                  <a:gd name="csY3" fmla="*/ 18682 h 337625"/>
                  <a:gd name="csX4" fmla="*/ 56514 w 329191"/>
                  <a:gd name="csY4" fmla="*/ 18682 h 337625"/>
                  <a:gd name="csX5" fmla="*/ 47200 w 329191"/>
                  <a:gd name="csY5" fmla="*/ 9341 h 337625"/>
                  <a:gd name="csX6" fmla="*/ 56514 w 329191"/>
                  <a:gd name="csY6" fmla="*/ 0 h 337625"/>
                  <a:gd name="csX7" fmla="*/ 56514 w 329191"/>
                  <a:gd name="csY7" fmla="*/ 0 h 337625"/>
                  <a:gd name="csX8" fmla="*/ 325785 w 329191"/>
                  <a:gd name="csY8" fmla="*/ 118604 h 337625"/>
                  <a:gd name="csX9" fmla="*/ 325785 w 329191"/>
                  <a:gd name="csY9" fmla="*/ 129869 h 337625"/>
                  <a:gd name="csX10" fmla="*/ 325950 w 329191"/>
                  <a:gd name="csY10" fmla="*/ 133083 h 337625"/>
                  <a:gd name="csX11" fmla="*/ 286497 w 329191"/>
                  <a:gd name="csY11" fmla="*/ 167316 h 337625"/>
                  <a:gd name="csX12" fmla="*/ 247045 w 329191"/>
                  <a:gd name="csY12" fmla="*/ 133083 h 337625"/>
                  <a:gd name="csX13" fmla="*/ 247127 w 329191"/>
                  <a:gd name="csY13" fmla="*/ 130666 h 337625"/>
                  <a:gd name="csX14" fmla="*/ 245561 w 329191"/>
                  <a:gd name="csY14" fmla="*/ 130666 h 337625"/>
                  <a:gd name="csX15" fmla="*/ 245644 w 329191"/>
                  <a:gd name="csY15" fmla="*/ 133083 h 337625"/>
                  <a:gd name="csX16" fmla="*/ 206191 w 329191"/>
                  <a:gd name="csY16" fmla="*/ 167316 h 337625"/>
                  <a:gd name="csX17" fmla="*/ 166739 w 329191"/>
                  <a:gd name="csY17" fmla="*/ 133083 h 337625"/>
                  <a:gd name="csX18" fmla="*/ 166821 w 329191"/>
                  <a:gd name="csY18" fmla="*/ 130666 h 337625"/>
                  <a:gd name="csX19" fmla="*/ 165255 w 329191"/>
                  <a:gd name="csY19" fmla="*/ 130666 h 337625"/>
                  <a:gd name="csX20" fmla="*/ 165338 w 329191"/>
                  <a:gd name="csY20" fmla="*/ 133083 h 337625"/>
                  <a:gd name="csX21" fmla="*/ 125885 w 329191"/>
                  <a:gd name="csY21" fmla="*/ 167316 h 337625"/>
                  <a:gd name="csX22" fmla="*/ 86433 w 329191"/>
                  <a:gd name="csY22" fmla="*/ 133083 h 337625"/>
                  <a:gd name="csX23" fmla="*/ 86515 w 329191"/>
                  <a:gd name="csY23" fmla="*/ 130666 h 337625"/>
                  <a:gd name="csX24" fmla="*/ 85526 w 329191"/>
                  <a:gd name="csY24" fmla="*/ 130666 h 337625"/>
                  <a:gd name="csX25" fmla="*/ 85608 w 329191"/>
                  <a:gd name="csY25" fmla="*/ 133083 h 337625"/>
                  <a:gd name="csX26" fmla="*/ 46156 w 329191"/>
                  <a:gd name="csY26" fmla="*/ 167316 h 337625"/>
                  <a:gd name="csX27" fmla="*/ 6704 w 329191"/>
                  <a:gd name="csY27" fmla="*/ 133083 h 337625"/>
                  <a:gd name="csX28" fmla="*/ 6841 w 329191"/>
                  <a:gd name="csY28" fmla="*/ 130336 h 337625"/>
                  <a:gd name="csX29" fmla="*/ 6841 w 329191"/>
                  <a:gd name="csY29" fmla="*/ 118604 h 337625"/>
                  <a:gd name="csX30" fmla="*/ 325785 w 329191"/>
                  <a:gd name="csY30" fmla="*/ 118604 h 337625"/>
                  <a:gd name="csX31" fmla="*/ 325785 w 329191"/>
                  <a:gd name="csY31" fmla="*/ 118604 h 337625"/>
                  <a:gd name="csX32" fmla="*/ 46266 w 329191"/>
                  <a:gd name="csY32" fmla="*/ 28683 h 337625"/>
                  <a:gd name="csX33" fmla="*/ 287047 w 329191"/>
                  <a:gd name="csY33" fmla="*/ 28683 h 337625"/>
                  <a:gd name="csX34" fmla="*/ 317735 w 329191"/>
                  <a:gd name="csY34" fmla="*/ 94208 h 337625"/>
                  <a:gd name="csX35" fmla="*/ 14451 w 329191"/>
                  <a:gd name="csY35" fmla="*/ 94208 h 337625"/>
                  <a:gd name="csX36" fmla="*/ 46266 w 329191"/>
                  <a:gd name="csY36" fmla="*/ 28683 h 337625"/>
                  <a:gd name="csX37" fmla="*/ 46266 w 329191"/>
                  <a:gd name="csY37" fmla="*/ 28683 h 337625"/>
                  <a:gd name="csX38" fmla="*/ 9314 w 329191"/>
                  <a:gd name="csY38" fmla="*/ 296745 h 337625"/>
                  <a:gd name="csX39" fmla="*/ 42612 w 329191"/>
                  <a:gd name="csY39" fmla="*/ 296745 h 337625"/>
                  <a:gd name="csX40" fmla="*/ 42612 w 329191"/>
                  <a:gd name="csY40" fmla="*/ 191520 h 337625"/>
                  <a:gd name="csX41" fmla="*/ 44260 w 329191"/>
                  <a:gd name="csY41" fmla="*/ 191575 h 337625"/>
                  <a:gd name="csX42" fmla="*/ 44398 w 329191"/>
                  <a:gd name="csY42" fmla="*/ 191575 h 337625"/>
                  <a:gd name="csX43" fmla="*/ 45030 w 329191"/>
                  <a:gd name="csY43" fmla="*/ 191575 h 337625"/>
                  <a:gd name="csX44" fmla="*/ 45140 w 329191"/>
                  <a:gd name="csY44" fmla="*/ 191575 h 337625"/>
                  <a:gd name="csX45" fmla="*/ 45222 w 329191"/>
                  <a:gd name="csY45" fmla="*/ 191575 h 337625"/>
                  <a:gd name="csX46" fmla="*/ 45662 w 329191"/>
                  <a:gd name="csY46" fmla="*/ 191575 h 337625"/>
                  <a:gd name="csX47" fmla="*/ 45744 w 329191"/>
                  <a:gd name="csY47" fmla="*/ 191575 h 337625"/>
                  <a:gd name="csX48" fmla="*/ 46129 w 329191"/>
                  <a:gd name="csY48" fmla="*/ 191575 h 337625"/>
                  <a:gd name="csX49" fmla="*/ 46129 w 329191"/>
                  <a:gd name="csY49" fmla="*/ 191657 h 337625"/>
                  <a:gd name="csX50" fmla="*/ 46156 w 329191"/>
                  <a:gd name="csY50" fmla="*/ 191657 h 337625"/>
                  <a:gd name="csX51" fmla="*/ 46156 w 329191"/>
                  <a:gd name="csY51" fmla="*/ 191575 h 337625"/>
                  <a:gd name="csX52" fmla="*/ 85993 w 329191"/>
                  <a:gd name="csY52" fmla="*/ 178800 h 337625"/>
                  <a:gd name="csX53" fmla="*/ 86076 w 329191"/>
                  <a:gd name="csY53" fmla="*/ 178855 h 337625"/>
                  <a:gd name="csX54" fmla="*/ 86158 w 329191"/>
                  <a:gd name="csY54" fmla="*/ 178910 h 337625"/>
                  <a:gd name="csX55" fmla="*/ 86240 w 329191"/>
                  <a:gd name="csY55" fmla="*/ 178964 h 337625"/>
                  <a:gd name="csX56" fmla="*/ 86323 w 329191"/>
                  <a:gd name="csY56" fmla="*/ 179019 h 337625"/>
                  <a:gd name="csX57" fmla="*/ 86405 w 329191"/>
                  <a:gd name="csY57" fmla="*/ 179074 h 337625"/>
                  <a:gd name="csX58" fmla="*/ 86488 w 329191"/>
                  <a:gd name="csY58" fmla="*/ 179129 h 337625"/>
                  <a:gd name="csX59" fmla="*/ 86515 w 329191"/>
                  <a:gd name="csY59" fmla="*/ 179157 h 337625"/>
                  <a:gd name="csX60" fmla="*/ 86570 w 329191"/>
                  <a:gd name="csY60" fmla="*/ 179184 h 337625"/>
                  <a:gd name="csX61" fmla="*/ 86652 w 329191"/>
                  <a:gd name="csY61" fmla="*/ 179239 h 337625"/>
                  <a:gd name="csX62" fmla="*/ 86735 w 329191"/>
                  <a:gd name="csY62" fmla="*/ 179294 h 337625"/>
                  <a:gd name="csX63" fmla="*/ 86817 w 329191"/>
                  <a:gd name="csY63" fmla="*/ 179349 h 337625"/>
                  <a:gd name="csX64" fmla="*/ 86845 w 329191"/>
                  <a:gd name="csY64" fmla="*/ 179349 h 337625"/>
                  <a:gd name="csX65" fmla="*/ 87120 w 329191"/>
                  <a:gd name="csY65" fmla="*/ 179541 h 337625"/>
                  <a:gd name="csX66" fmla="*/ 87120 w 329191"/>
                  <a:gd name="csY66" fmla="*/ 179541 h 337625"/>
                  <a:gd name="csX67" fmla="*/ 87202 w 329191"/>
                  <a:gd name="csY67" fmla="*/ 179596 h 337625"/>
                  <a:gd name="csX68" fmla="*/ 87229 w 329191"/>
                  <a:gd name="csY68" fmla="*/ 179624 h 337625"/>
                  <a:gd name="csX69" fmla="*/ 87367 w 329191"/>
                  <a:gd name="csY69" fmla="*/ 179706 h 337625"/>
                  <a:gd name="csX70" fmla="*/ 87449 w 329191"/>
                  <a:gd name="csY70" fmla="*/ 179761 h 337625"/>
                  <a:gd name="csX71" fmla="*/ 87532 w 329191"/>
                  <a:gd name="csY71" fmla="*/ 179816 h 337625"/>
                  <a:gd name="csX72" fmla="*/ 87559 w 329191"/>
                  <a:gd name="csY72" fmla="*/ 179844 h 337625"/>
                  <a:gd name="csX73" fmla="*/ 87614 w 329191"/>
                  <a:gd name="csY73" fmla="*/ 179871 h 337625"/>
                  <a:gd name="csX74" fmla="*/ 87696 w 329191"/>
                  <a:gd name="csY74" fmla="*/ 179926 h 337625"/>
                  <a:gd name="csX75" fmla="*/ 87779 w 329191"/>
                  <a:gd name="csY75" fmla="*/ 179981 h 337625"/>
                  <a:gd name="csX76" fmla="*/ 87861 w 329191"/>
                  <a:gd name="csY76" fmla="*/ 180036 h 337625"/>
                  <a:gd name="csX77" fmla="*/ 87916 w 329191"/>
                  <a:gd name="csY77" fmla="*/ 180201 h 337625"/>
                  <a:gd name="csX78" fmla="*/ 87999 w 329191"/>
                  <a:gd name="csY78" fmla="*/ 180256 h 337625"/>
                  <a:gd name="csX79" fmla="*/ 88054 w 329191"/>
                  <a:gd name="csY79" fmla="*/ 180311 h 337625"/>
                  <a:gd name="csX80" fmla="*/ 88054 w 329191"/>
                  <a:gd name="csY80" fmla="*/ 180311 h 337625"/>
                  <a:gd name="csX81" fmla="*/ 88136 w 329191"/>
                  <a:gd name="csY81" fmla="*/ 180366 h 337625"/>
                  <a:gd name="csX82" fmla="*/ 88218 w 329191"/>
                  <a:gd name="csY82" fmla="*/ 180421 h 337625"/>
                  <a:gd name="csX83" fmla="*/ 88301 w 329191"/>
                  <a:gd name="csY83" fmla="*/ 180476 h 337625"/>
                  <a:gd name="csX84" fmla="*/ 88383 w 329191"/>
                  <a:gd name="csY84" fmla="*/ 180530 h 337625"/>
                  <a:gd name="csX85" fmla="*/ 88466 w 329191"/>
                  <a:gd name="csY85" fmla="*/ 180585 h 337625"/>
                  <a:gd name="csX86" fmla="*/ 88548 w 329191"/>
                  <a:gd name="csY86" fmla="*/ 180640 h 337625"/>
                  <a:gd name="csX87" fmla="*/ 88576 w 329191"/>
                  <a:gd name="csY87" fmla="*/ 180640 h 337625"/>
                  <a:gd name="csX88" fmla="*/ 89208 w 329191"/>
                  <a:gd name="csY88" fmla="*/ 181052 h 337625"/>
                  <a:gd name="csX89" fmla="*/ 89290 w 329191"/>
                  <a:gd name="csY89" fmla="*/ 181107 h 337625"/>
                  <a:gd name="csX90" fmla="*/ 89372 w 329191"/>
                  <a:gd name="csY90" fmla="*/ 181162 h 337625"/>
                  <a:gd name="csX91" fmla="*/ 89867 w 329191"/>
                  <a:gd name="csY91" fmla="*/ 181492 h 337625"/>
                  <a:gd name="csX92" fmla="*/ 89949 w 329191"/>
                  <a:gd name="csY92" fmla="*/ 181547 h 337625"/>
                  <a:gd name="csX93" fmla="*/ 90554 w 329191"/>
                  <a:gd name="csY93" fmla="*/ 181904 h 337625"/>
                  <a:gd name="csX94" fmla="*/ 90664 w 329191"/>
                  <a:gd name="csY94" fmla="*/ 181932 h 337625"/>
                  <a:gd name="csX95" fmla="*/ 90746 w 329191"/>
                  <a:gd name="csY95" fmla="*/ 181987 h 337625"/>
                  <a:gd name="csX96" fmla="*/ 90829 w 329191"/>
                  <a:gd name="csY96" fmla="*/ 182042 h 337625"/>
                  <a:gd name="csX97" fmla="*/ 90911 w 329191"/>
                  <a:gd name="csY97" fmla="*/ 182096 h 337625"/>
                  <a:gd name="csX98" fmla="*/ 90993 w 329191"/>
                  <a:gd name="csY98" fmla="*/ 182151 h 337625"/>
                  <a:gd name="csX99" fmla="*/ 91076 w 329191"/>
                  <a:gd name="csY99" fmla="*/ 182206 h 337625"/>
                  <a:gd name="csX100" fmla="*/ 91158 w 329191"/>
                  <a:gd name="csY100" fmla="*/ 182261 h 337625"/>
                  <a:gd name="csX101" fmla="*/ 91241 w 329191"/>
                  <a:gd name="csY101" fmla="*/ 182316 h 337625"/>
                  <a:gd name="csX102" fmla="*/ 91241 w 329191"/>
                  <a:gd name="csY102" fmla="*/ 251276 h 337625"/>
                  <a:gd name="csX103" fmla="*/ 237896 w 329191"/>
                  <a:gd name="csY103" fmla="*/ 251276 h 337625"/>
                  <a:gd name="csX104" fmla="*/ 237896 w 329191"/>
                  <a:gd name="csY104" fmla="*/ 183882 h 337625"/>
                  <a:gd name="csX105" fmla="*/ 244737 w 329191"/>
                  <a:gd name="csY105" fmla="*/ 179734 h 337625"/>
                  <a:gd name="csX106" fmla="*/ 244792 w 329191"/>
                  <a:gd name="csY106" fmla="*/ 179679 h 337625"/>
                  <a:gd name="csX107" fmla="*/ 244819 w 329191"/>
                  <a:gd name="csY107" fmla="*/ 179679 h 337625"/>
                  <a:gd name="csX108" fmla="*/ 245259 w 329191"/>
                  <a:gd name="csY108" fmla="*/ 179377 h 337625"/>
                  <a:gd name="csX109" fmla="*/ 245286 w 329191"/>
                  <a:gd name="csY109" fmla="*/ 179349 h 337625"/>
                  <a:gd name="csX110" fmla="*/ 245424 w 329191"/>
                  <a:gd name="csY110" fmla="*/ 179267 h 337625"/>
                  <a:gd name="csX111" fmla="*/ 245561 w 329191"/>
                  <a:gd name="csY111" fmla="*/ 179184 h 337625"/>
                  <a:gd name="csX112" fmla="*/ 245561 w 329191"/>
                  <a:gd name="csY112" fmla="*/ 179184 h 337625"/>
                  <a:gd name="csX113" fmla="*/ 245781 w 329191"/>
                  <a:gd name="csY113" fmla="*/ 179019 h 337625"/>
                  <a:gd name="csX114" fmla="*/ 245808 w 329191"/>
                  <a:gd name="csY114" fmla="*/ 179019 h 337625"/>
                  <a:gd name="csX115" fmla="*/ 245836 w 329191"/>
                  <a:gd name="csY115" fmla="*/ 178992 h 337625"/>
                  <a:gd name="csX116" fmla="*/ 246303 w 329191"/>
                  <a:gd name="csY116" fmla="*/ 178662 h 337625"/>
                  <a:gd name="csX117" fmla="*/ 286442 w 329191"/>
                  <a:gd name="csY117" fmla="*/ 191657 h 337625"/>
                  <a:gd name="csX118" fmla="*/ 286442 w 329191"/>
                  <a:gd name="csY118" fmla="*/ 191740 h 337625"/>
                  <a:gd name="csX119" fmla="*/ 286470 w 329191"/>
                  <a:gd name="csY119" fmla="*/ 191740 h 337625"/>
                  <a:gd name="csX120" fmla="*/ 286470 w 329191"/>
                  <a:gd name="csY120" fmla="*/ 191657 h 337625"/>
                  <a:gd name="csX121" fmla="*/ 286552 w 329191"/>
                  <a:gd name="csY121" fmla="*/ 191657 h 337625"/>
                  <a:gd name="csX122" fmla="*/ 286552 w 329191"/>
                  <a:gd name="csY122" fmla="*/ 296800 h 337625"/>
                  <a:gd name="csX123" fmla="*/ 319850 w 329191"/>
                  <a:gd name="csY123" fmla="*/ 296800 h 337625"/>
                  <a:gd name="csX124" fmla="*/ 329191 w 329191"/>
                  <a:gd name="csY124" fmla="*/ 317213 h 337625"/>
                  <a:gd name="csX125" fmla="*/ 319850 w 329191"/>
                  <a:gd name="csY125" fmla="*/ 337626 h 337625"/>
                  <a:gd name="csX126" fmla="*/ 9314 w 329191"/>
                  <a:gd name="csY126" fmla="*/ 337626 h 337625"/>
                  <a:gd name="csX127" fmla="*/ 0 w 329191"/>
                  <a:gd name="csY127" fmla="*/ 317213 h 337625"/>
                  <a:gd name="csX128" fmla="*/ 9314 w 329191"/>
                  <a:gd name="csY128" fmla="*/ 296745 h 337625"/>
                  <a:gd name="csX129" fmla="*/ 9314 w 329191"/>
                  <a:gd name="csY129" fmla="*/ 296745 h 337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</a:cxnLst>
                <a:rect l="l" t="t" r="r" b="b"/>
                <a:pathLst>
                  <a:path w="329191" h="337625">
                    <a:moveTo>
                      <a:pt x="56514" y="0"/>
                    </a:moveTo>
                    <a:lnTo>
                      <a:pt x="275453" y="0"/>
                    </a:lnTo>
                    <a:cubicBezTo>
                      <a:pt x="280590" y="0"/>
                      <a:pt x="284766" y="4203"/>
                      <a:pt x="284766" y="9341"/>
                    </a:cubicBezTo>
                    <a:cubicBezTo>
                      <a:pt x="284766" y="14479"/>
                      <a:pt x="280563" y="18682"/>
                      <a:pt x="275453" y="18682"/>
                    </a:cubicBezTo>
                    <a:lnTo>
                      <a:pt x="56514" y="18682"/>
                    </a:lnTo>
                    <a:cubicBezTo>
                      <a:pt x="51376" y="18682"/>
                      <a:pt x="47200" y="14479"/>
                      <a:pt x="47200" y="9341"/>
                    </a:cubicBezTo>
                    <a:cubicBezTo>
                      <a:pt x="47173" y="4203"/>
                      <a:pt x="51376" y="0"/>
                      <a:pt x="56514" y="0"/>
                    </a:cubicBezTo>
                    <a:lnTo>
                      <a:pt x="56514" y="0"/>
                    </a:lnTo>
                    <a:close/>
                    <a:moveTo>
                      <a:pt x="325785" y="118604"/>
                    </a:moveTo>
                    <a:lnTo>
                      <a:pt x="325785" y="129869"/>
                    </a:lnTo>
                    <a:cubicBezTo>
                      <a:pt x="325895" y="130940"/>
                      <a:pt x="325950" y="132012"/>
                      <a:pt x="325950" y="133083"/>
                    </a:cubicBezTo>
                    <a:cubicBezTo>
                      <a:pt x="325950" y="151985"/>
                      <a:pt x="308284" y="167316"/>
                      <a:pt x="286497" y="167316"/>
                    </a:cubicBezTo>
                    <a:cubicBezTo>
                      <a:pt x="264710" y="167316"/>
                      <a:pt x="247045" y="151985"/>
                      <a:pt x="247045" y="133083"/>
                    </a:cubicBezTo>
                    <a:cubicBezTo>
                      <a:pt x="247045" y="132286"/>
                      <a:pt x="247072" y="131462"/>
                      <a:pt x="247127" y="130666"/>
                    </a:cubicBezTo>
                    <a:lnTo>
                      <a:pt x="245561" y="130666"/>
                    </a:lnTo>
                    <a:cubicBezTo>
                      <a:pt x="245616" y="131462"/>
                      <a:pt x="245644" y="132259"/>
                      <a:pt x="245644" y="133083"/>
                    </a:cubicBezTo>
                    <a:cubicBezTo>
                      <a:pt x="245644" y="151985"/>
                      <a:pt x="227978" y="167316"/>
                      <a:pt x="206191" y="167316"/>
                    </a:cubicBezTo>
                    <a:cubicBezTo>
                      <a:pt x="184404" y="167316"/>
                      <a:pt x="166739" y="151985"/>
                      <a:pt x="166739" y="133083"/>
                    </a:cubicBezTo>
                    <a:cubicBezTo>
                      <a:pt x="166739" y="132286"/>
                      <a:pt x="166766" y="131462"/>
                      <a:pt x="166821" y="130666"/>
                    </a:cubicBezTo>
                    <a:lnTo>
                      <a:pt x="165255" y="130666"/>
                    </a:lnTo>
                    <a:cubicBezTo>
                      <a:pt x="165310" y="131462"/>
                      <a:pt x="165338" y="132259"/>
                      <a:pt x="165338" y="133083"/>
                    </a:cubicBezTo>
                    <a:cubicBezTo>
                      <a:pt x="165338" y="151985"/>
                      <a:pt x="147672" y="167316"/>
                      <a:pt x="125885" y="167316"/>
                    </a:cubicBezTo>
                    <a:cubicBezTo>
                      <a:pt x="104098" y="167316"/>
                      <a:pt x="86433" y="151985"/>
                      <a:pt x="86433" y="133083"/>
                    </a:cubicBezTo>
                    <a:cubicBezTo>
                      <a:pt x="86433" y="132286"/>
                      <a:pt x="86460" y="131462"/>
                      <a:pt x="86515" y="130666"/>
                    </a:cubicBezTo>
                    <a:lnTo>
                      <a:pt x="85526" y="130666"/>
                    </a:lnTo>
                    <a:cubicBezTo>
                      <a:pt x="85581" y="131462"/>
                      <a:pt x="85608" y="132259"/>
                      <a:pt x="85608" y="133083"/>
                    </a:cubicBezTo>
                    <a:cubicBezTo>
                      <a:pt x="85608" y="151985"/>
                      <a:pt x="67943" y="167316"/>
                      <a:pt x="46156" y="167316"/>
                    </a:cubicBezTo>
                    <a:cubicBezTo>
                      <a:pt x="24369" y="167316"/>
                      <a:pt x="6704" y="151985"/>
                      <a:pt x="6704" y="133083"/>
                    </a:cubicBezTo>
                    <a:cubicBezTo>
                      <a:pt x="6704" y="132149"/>
                      <a:pt x="6759" y="131242"/>
                      <a:pt x="6841" y="130336"/>
                    </a:cubicBezTo>
                    <a:lnTo>
                      <a:pt x="6841" y="118604"/>
                    </a:lnTo>
                    <a:lnTo>
                      <a:pt x="325785" y="118604"/>
                    </a:lnTo>
                    <a:lnTo>
                      <a:pt x="325785" y="118604"/>
                    </a:lnTo>
                    <a:close/>
                    <a:moveTo>
                      <a:pt x="46266" y="28683"/>
                    </a:moveTo>
                    <a:lnTo>
                      <a:pt x="287047" y="28683"/>
                    </a:lnTo>
                    <a:lnTo>
                      <a:pt x="317735" y="94208"/>
                    </a:lnTo>
                    <a:lnTo>
                      <a:pt x="14451" y="94208"/>
                    </a:lnTo>
                    <a:lnTo>
                      <a:pt x="46266" y="28683"/>
                    </a:lnTo>
                    <a:lnTo>
                      <a:pt x="46266" y="28683"/>
                    </a:lnTo>
                    <a:close/>
                    <a:moveTo>
                      <a:pt x="9314" y="296745"/>
                    </a:moveTo>
                    <a:lnTo>
                      <a:pt x="42612" y="296745"/>
                    </a:lnTo>
                    <a:lnTo>
                      <a:pt x="42612" y="191520"/>
                    </a:lnTo>
                    <a:cubicBezTo>
                      <a:pt x="43161" y="191547"/>
                      <a:pt x="43711" y="191575"/>
                      <a:pt x="44260" y="191575"/>
                    </a:cubicBezTo>
                    <a:lnTo>
                      <a:pt x="44398" y="191575"/>
                    </a:lnTo>
                    <a:lnTo>
                      <a:pt x="45030" y="191575"/>
                    </a:lnTo>
                    <a:lnTo>
                      <a:pt x="45140" y="191575"/>
                    </a:lnTo>
                    <a:lnTo>
                      <a:pt x="45222" y="191575"/>
                    </a:lnTo>
                    <a:lnTo>
                      <a:pt x="45662" y="191575"/>
                    </a:lnTo>
                    <a:lnTo>
                      <a:pt x="45744" y="191575"/>
                    </a:lnTo>
                    <a:lnTo>
                      <a:pt x="46129" y="191575"/>
                    </a:lnTo>
                    <a:lnTo>
                      <a:pt x="46129" y="191657"/>
                    </a:lnTo>
                    <a:lnTo>
                      <a:pt x="46156" y="191657"/>
                    </a:lnTo>
                    <a:lnTo>
                      <a:pt x="46156" y="191575"/>
                    </a:lnTo>
                    <a:cubicBezTo>
                      <a:pt x="61212" y="191575"/>
                      <a:pt x="75141" y="186767"/>
                      <a:pt x="85993" y="178800"/>
                    </a:cubicBezTo>
                    <a:lnTo>
                      <a:pt x="86076" y="178855"/>
                    </a:lnTo>
                    <a:lnTo>
                      <a:pt x="86158" y="178910"/>
                    </a:lnTo>
                    <a:lnTo>
                      <a:pt x="86240" y="178964"/>
                    </a:lnTo>
                    <a:lnTo>
                      <a:pt x="86323" y="179019"/>
                    </a:lnTo>
                    <a:lnTo>
                      <a:pt x="86405" y="179074"/>
                    </a:lnTo>
                    <a:lnTo>
                      <a:pt x="86488" y="179129"/>
                    </a:lnTo>
                    <a:lnTo>
                      <a:pt x="86515" y="179157"/>
                    </a:lnTo>
                    <a:lnTo>
                      <a:pt x="86570" y="179184"/>
                    </a:lnTo>
                    <a:lnTo>
                      <a:pt x="86652" y="179239"/>
                    </a:lnTo>
                    <a:lnTo>
                      <a:pt x="86735" y="179294"/>
                    </a:lnTo>
                    <a:lnTo>
                      <a:pt x="86817" y="179349"/>
                    </a:lnTo>
                    <a:lnTo>
                      <a:pt x="86845" y="179349"/>
                    </a:lnTo>
                    <a:lnTo>
                      <a:pt x="87120" y="179541"/>
                    </a:lnTo>
                    <a:lnTo>
                      <a:pt x="87120" y="179541"/>
                    </a:lnTo>
                    <a:lnTo>
                      <a:pt x="87202" y="179596"/>
                    </a:lnTo>
                    <a:lnTo>
                      <a:pt x="87229" y="179624"/>
                    </a:lnTo>
                    <a:lnTo>
                      <a:pt x="87367" y="179706"/>
                    </a:lnTo>
                    <a:lnTo>
                      <a:pt x="87449" y="179761"/>
                    </a:lnTo>
                    <a:lnTo>
                      <a:pt x="87532" y="179816"/>
                    </a:lnTo>
                    <a:lnTo>
                      <a:pt x="87559" y="179844"/>
                    </a:lnTo>
                    <a:lnTo>
                      <a:pt x="87614" y="179871"/>
                    </a:lnTo>
                    <a:lnTo>
                      <a:pt x="87696" y="179926"/>
                    </a:lnTo>
                    <a:lnTo>
                      <a:pt x="87779" y="179981"/>
                    </a:lnTo>
                    <a:lnTo>
                      <a:pt x="87861" y="180036"/>
                    </a:lnTo>
                    <a:lnTo>
                      <a:pt x="87916" y="180201"/>
                    </a:lnTo>
                    <a:lnTo>
                      <a:pt x="87999" y="180256"/>
                    </a:lnTo>
                    <a:lnTo>
                      <a:pt x="88054" y="180311"/>
                    </a:lnTo>
                    <a:lnTo>
                      <a:pt x="88054" y="180311"/>
                    </a:lnTo>
                    <a:lnTo>
                      <a:pt x="88136" y="180366"/>
                    </a:lnTo>
                    <a:lnTo>
                      <a:pt x="88218" y="180421"/>
                    </a:lnTo>
                    <a:lnTo>
                      <a:pt x="88301" y="180476"/>
                    </a:lnTo>
                    <a:lnTo>
                      <a:pt x="88383" y="180530"/>
                    </a:lnTo>
                    <a:lnTo>
                      <a:pt x="88466" y="180585"/>
                    </a:lnTo>
                    <a:lnTo>
                      <a:pt x="88548" y="180640"/>
                    </a:lnTo>
                    <a:lnTo>
                      <a:pt x="88576" y="180640"/>
                    </a:lnTo>
                    <a:lnTo>
                      <a:pt x="89208" y="181052"/>
                    </a:lnTo>
                    <a:lnTo>
                      <a:pt x="89290" y="181107"/>
                    </a:lnTo>
                    <a:lnTo>
                      <a:pt x="89372" y="181162"/>
                    </a:lnTo>
                    <a:lnTo>
                      <a:pt x="89867" y="181492"/>
                    </a:lnTo>
                    <a:lnTo>
                      <a:pt x="89949" y="181547"/>
                    </a:lnTo>
                    <a:lnTo>
                      <a:pt x="90554" y="181904"/>
                    </a:lnTo>
                    <a:lnTo>
                      <a:pt x="90664" y="181932"/>
                    </a:lnTo>
                    <a:lnTo>
                      <a:pt x="90746" y="181987"/>
                    </a:lnTo>
                    <a:lnTo>
                      <a:pt x="90829" y="182042"/>
                    </a:lnTo>
                    <a:lnTo>
                      <a:pt x="90911" y="182096"/>
                    </a:lnTo>
                    <a:lnTo>
                      <a:pt x="90993" y="182151"/>
                    </a:lnTo>
                    <a:lnTo>
                      <a:pt x="91076" y="182206"/>
                    </a:lnTo>
                    <a:lnTo>
                      <a:pt x="91158" y="182261"/>
                    </a:lnTo>
                    <a:lnTo>
                      <a:pt x="91241" y="182316"/>
                    </a:lnTo>
                    <a:lnTo>
                      <a:pt x="91241" y="251276"/>
                    </a:lnTo>
                    <a:lnTo>
                      <a:pt x="237896" y="251276"/>
                    </a:lnTo>
                    <a:lnTo>
                      <a:pt x="237896" y="183882"/>
                    </a:lnTo>
                    <a:cubicBezTo>
                      <a:pt x="240259" y="182646"/>
                      <a:pt x="242566" y="181245"/>
                      <a:pt x="244737" y="179734"/>
                    </a:cubicBezTo>
                    <a:lnTo>
                      <a:pt x="244792" y="179679"/>
                    </a:lnTo>
                    <a:lnTo>
                      <a:pt x="244819" y="179679"/>
                    </a:lnTo>
                    <a:lnTo>
                      <a:pt x="245259" y="179377"/>
                    </a:lnTo>
                    <a:lnTo>
                      <a:pt x="245286" y="179349"/>
                    </a:lnTo>
                    <a:lnTo>
                      <a:pt x="245424" y="179267"/>
                    </a:lnTo>
                    <a:lnTo>
                      <a:pt x="245561" y="179184"/>
                    </a:lnTo>
                    <a:lnTo>
                      <a:pt x="245561" y="179184"/>
                    </a:lnTo>
                    <a:lnTo>
                      <a:pt x="245781" y="179019"/>
                    </a:lnTo>
                    <a:lnTo>
                      <a:pt x="245808" y="179019"/>
                    </a:lnTo>
                    <a:lnTo>
                      <a:pt x="245836" y="178992"/>
                    </a:lnTo>
                    <a:lnTo>
                      <a:pt x="246303" y="178662"/>
                    </a:lnTo>
                    <a:cubicBezTo>
                      <a:pt x="257210" y="186767"/>
                      <a:pt x="271249" y="191657"/>
                      <a:pt x="286442" y="191657"/>
                    </a:cubicBezTo>
                    <a:lnTo>
                      <a:pt x="286442" y="191740"/>
                    </a:lnTo>
                    <a:lnTo>
                      <a:pt x="286470" y="191740"/>
                    </a:lnTo>
                    <a:lnTo>
                      <a:pt x="286470" y="191657"/>
                    </a:lnTo>
                    <a:lnTo>
                      <a:pt x="286552" y="191657"/>
                    </a:lnTo>
                    <a:lnTo>
                      <a:pt x="286552" y="296800"/>
                    </a:lnTo>
                    <a:lnTo>
                      <a:pt x="319850" y="296800"/>
                    </a:lnTo>
                    <a:cubicBezTo>
                      <a:pt x="324988" y="296800"/>
                      <a:pt x="329191" y="305976"/>
                      <a:pt x="329191" y="317213"/>
                    </a:cubicBezTo>
                    <a:cubicBezTo>
                      <a:pt x="329191" y="328450"/>
                      <a:pt x="324988" y="337626"/>
                      <a:pt x="319850" y="337626"/>
                    </a:cubicBezTo>
                    <a:lnTo>
                      <a:pt x="9314" y="337626"/>
                    </a:lnTo>
                    <a:cubicBezTo>
                      <a:pt x="4203" y="337626"/>
                      <a:pt x="0" y="328450"/>
                      <a:pt x="0" y="317213"/>
                    </a:cubicBezTo>
                    <a:cubicBezTo>
                      <a:pt x="0" y="305948"/>
                      <a:pt x="4203" y="296745"/>
                      <a:pt x="9314" y="296745"/>
                    </a:cubicBezTo>
                    <a:lnTo>
                      <a:pt x="9314" y="296745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B243B13-EF11-2B4F-A6C2-E097381F0E3B}"/>
                  </a:ext>
                </a:extLst>
              </p:cNvPr>
              <p:cNvSpPr txBox="1"/>
              <p:nvPr/>
            </p:nvSpPr>
            <p:spPr>
              <a:xfrm>
                <a:off x="1047746" y="4989589"/>
                <a:ext cx="47947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Retail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406A476-E239-6309-3018-131451BC1DC8}"/>
                </a:ext>
              </a:extLst>
            </p:cNvPr>
            <p:cNvGrpSpPr/>
            <p:nvPr/>
          </p:nvGrpSpPr>
          <p:grpSpPr>
            <a:xfrm>
              <a:off x="4164897" y="5294690"/>
              <a:ext cx="1831777" cy="412422"/>
              <a:chOff x="4003904" y="5230917"/>
              <a:chExt cx="1831777" cy="412422"/>
            </a:xfrm>
          </p:grpSpPr>
          <p:sp>
            <p:nvSpPr>
              <p:cNvPr id="212" name="Graphic 209">
                <a:extLst>
                  <a:ext uri="{FF2B5EF4-FFF2-40B4-BE49-F238E27FC236}">
                    <a16:creationId xmlns:a16="http://schemas.microsoft.com/office/drawing/2014/main" id="{9034F87D-33B1-3D95-A636-AD10466F534F}"/>
                  </a:ext>
                </a:extLst>
              </p:cNvPr>
              <p:cNvSpPr/>
              <p:nvPr/>
            </p:nvSpPr>
            <p:spPr>
              <a:xfrm>
                <a:off x="4003904" y="5230917"/>
                <a:ext cx="371270" cy="412422"/>
              </a:xfrm>
              <a:custGeom>
                <a:avLst/>
                <a:gdLst>
                  <a:gd name="csX0" fmla="*/ 29520 w 371270"/>
                  <a:gd name="csY0" fmla="*/ 74611 h 412422"/>
                  <a:gd name="csX1" fmla="*/ 105875 w 371270"/>
                  <a:gd name="csY1" fmla="*/ 150967 h 412422"/>
                  <a:gd name="csX2" fmla="*/ 211800 w 371270"/>
                  <a:gd name="csY2" fmla="*/ 119250 h 412422"/>
                  <a:gd name="csX3" fmla="*/ 212908 w 371270"/>
                  <a:gd name="csY3" fmla="*/ 119015 h 412422"/>
                  <a:gd name="csX4" fmla="*/ 217841 w 371270"/>
                  <a:gd name="csY4" fmla="*/ 112504 h 412422"/>
                  <a:gd name="csX5" fmla="*/ 238751 w 371270"/>
                  <a:gd name="csY5" fmla="*/ 103844 h 412422"/>
                  <a:gd name="csX6" fmla="*/ 259661 w 371270"/>
                  <a:gd name="csY6" fmla="*/ 112504 h 412422"/>
                  <a:gd name="csX7" fmla="*/ 268320 w 371270"/>
                  <a:gd name="csY7" fmla="*/ 133413 h 412422"/>
                  <a:gd name="csX8" fmla="*/ 259661 w 371270"/>
                  <a:gd name="csY8" fmla="*/ 154323 h 412422"/>
                  <a:gd name="csX9" fmla="*/ 252210 w 371270"/>
                  <a:gd name="csY9" fmla="*/ 159760 h 412422"/>
                  <a:gd name="csX10" fmla="*/ 223514 w 371270"/>
                  <a:gd name="csY10" fmla="*/ 268538 h 412422"/>
                  <a:gd name="csX11" fmla="*/ 298661 w 371270"/>
                  <a:gd name="csY11" fmla="*/ 343686 h 412422"/>
                  <a:gd name="csX12" fmla="*/ 298661 w 371270"/>
                  <a:gd name="csY12" fmla="*/ 357312 h 412422"/>
                  <a:gd name="csX13" fmla="*/ 294130 w 371270"/>
                  <a:gd name="csY13" fmla="*/ 359863 h 412422"/>
                  <a:gd name="csX14" fmla="*/ 159241 w 371270"/>
                  <a:gd name="csY14" fmla="*/ 359494 h 412422"/>
                  <a:gd name="csX15" fmla="*/ 171357 w 371270"/>
                  <a:gd name="csY15" fmla="*/ 402757 h 412422"/>
                  <a:gd name="csX16" fmla="*/ 171759 w 371270"/>
                  <a:gd name="csY16" fmla="*/ 405173 h 412422"/>
                  <a:gd name="csX17" fmla="*/ 164510 w 371270"/>
                  <a:gd name="csY17" fmla="*/ 412423 h 412422"/>
                  <a:gd name="csX18" fmla="*/ 45764 w 371270"/>
                  <a:gd name="csY18" fmla="*/ 412423 h 412422"/>
                  <a:gd name="csX19" fmla="*/ 45764 w 371270"/>
                  <a:gd name="csY19" fmla="*/ 412423 h 412422"/>
                  <a:gd name="csX20" fmla="*/ 44052 w 371270"/>
                  <a:gd name="csY20" fmla="*/ 412221 h 412422"/>
                  <a:gd name="csX21" fmla="*/ 38783 w 371270"/>
                  <a:gd name="csY21" fmla="*/ 403495 h 412422"/>
                  <a:gd name="csX22" fmla="*/ 64794 w 371270"/>
                  <a:gd name="csY22" fmla="*/ 298309 h 412422"/>
                  <a:gd name="csX23" fmla="*/ 57410 w 371270"/>
                  <a:gd name="csY23" fmla="*/ 290119 h 412422"/>
                  <a:gd name="csX24" fmla="*/ 9516 w 371270"/>
                  <a:gd name="csY24" fmla="*/ 204533 h 412422"/>
                  <a:gd name="csX25" fmla="*/ 13946 w 371270"/>
                  <a:gd name="csY25" fmla="*/ 77497 h 412422"/>
                  <a:gd name="csX26" fmla="*/ 26667 w 371270"/>
                  <a:gd name="csY26" fmla="*/ 72664 h 412422"/>
                  <a:gd name="csX27" fmla="*/ 29520 w 371270"/>
                  <a:gd name="csY27" fmla="*/ 74611 h 412422"/>
                  <a:gd name="csX28" fmla="*/ 29520 w 371270"/>
                  <a:gd name="csY28" fmla="*/ 74611 h 412422"/>
                  <a:gd name="csX29" fmla="*/ 29520 w 371270"/>
                  <a:gd name="csY29" fmla="*/ 74611 h 412422"/>
                  <a:gd name="csX30" fmla="*/ 142425 w 371270"/>
                  <a:gd name="csY30" fmla="*/ 353117 h 412422"/>
                  <a:gd name="csX31" fmla="*/ 138230 w 371270"/>
                  <a:gd name="csY31" fmla="*/ 351271 h 412422"/>
                  <a:gd name="csX32" fmla="*/ 76709 w 371270"/>
                  <a:gd name="csY32" fmla="*/ 310123 h 412422"/>
                  <a:gd name="csX33" fmla="*/ 54994 w 371270"/>
                  <a:gd name="csY33" fmla="*/ 397957 h 412422"/>
                  <a:gd name="csX34" fmla="*/ 154978 w 371270"/>
                  <a:gd name="csY34" fmla="*/ 397957 h 412422"/>
                  <a:gd name="csX35" fmla="*/ 142425 w 371270"/>
                  <a:gd name="csY35" fmla="*/ 353117 h 412422"/>
                  <a:gd name="csX36" fmla="*/ 142425 w 371270"/>
                  <a:gd name="csY36" fmla="*/ 353117 h 412422"/>
                  <a:gd name="csX37" fmla="*/ 247008 w 371270"/>
                  <a:gd name="csY37" fmla="*/ 14365 h 412422"/>
                  <a:gd name="csX38" fmla="*/ 240866 w 371270"/>
                  <a:gd name="csY38" fmla="*/ 6210 h 412422"/>
                  <a:gd name="csX39" fmla="*/ 249021 w 371270"/>
                  <a:gd name="csY39" fmla="*/ 68 h 412422"/>
                  <a:gd name="csX40" fmla="*/ 333835 w 371270"/>
                  <a:gd name="csY40" fmla="*/ 35510 h 412422"/>
                  <a:gd name="csX41" fmla="*/ 371258 w 371270"/>
                  <a:gd name="csY41" fmla="*/ 123378 h 412422"/>
                  <a:gd name="csX42" fmla="*/ 364512 w 371270"/>
                  <a:gd name="csY42" fmla="*/ 131030 h 412422"/>
                  <a:gd name="csX43" fmla="*/ 356859 w 371270"/>
                  <a:gd name="csY43" fmla="*/ 124284 h 412422"/>
                  <a:gd name="csX44" fmla="*/ 324068 w 371270"/>
                  <a:gd name="csY44" fmla="*/ 46116 h 412422"/>
                  <a:gd name="csX45" fmla="*/ 247008 w 371270"/>
                  <a:gd name="csY45" fmla="*/ 14365 h 412422"/>
                  <a:gd name="csX46" fmla="*/ 247008 w 371270"/>
                  <a:gd name="csY46" fmla="*/ 14365 h 412422"/>
                  <a:gd name="csX47" fmla="*/ 248954 w 371270"/>
                  <a:gd name="csY47" fmla="*/ 50345 h 412422"/>
                  <a:gd name="csX48" fmla="*/ 242980 w 371270"/>
                  <a:gd name="csY48" fmla="*/ 42055 h 412422"/>
                  <a:gd name="csX49" fmla="*/ 251270 w 371270"/>
                  <a:gd name="csY49" fmla="*/ 36081 h 412422"/>
                  <a:gd name="csX50" fmla="*/ 309133 w 371270"/>
                  <a:gd name="csY50" fmla="*/ 62092 h 412422"/>
                  <a:gd name="csX51" fmla="*/ 334976 w 371270"/>
                  <a:gd name="csY51" fmla="*/ 123613 h 412422"/>
                  <a:gd name="csX52" fmla="*/ 328264 w 371270"/>
                  <a:gd name="csY52" fmla="*/ 131333 h 412422"/>
                  <a:gd name="csX53" fmla="*/ 320544 w 371270"/>
                  <a:gd name="csY53" fmla="*/ 124620 h 412422"/>
                  <a:gd name="csX54" fmla="*/ 299097 w 371270"/>
                  <a:gd name="csY54" fmla="*/ 72463 h 412422"/>
                  <a:gd name="csX55" fmla="*/ 248954 w 371270"/>
                  <a:gd name="csY55" fmla="*/ 50345 h 412422"/>
                  <a:gd name="csX56" fmla="*/ 248954 w 371270"/>
                  <a:gd name="csY56" fmla="*/ 50345 h 412422"/>
                  <a:gd name="csX57" fmla="*/ 248451 w 371270"/>
                  <a:gd name="csY57" fmla="*/ 89077 h 412422"/>
                  <a:gd name="csX58" fmla="*/ 242040 w 371270"/>
                  <a:gd name="csY58" fmla="*/ 81122 h 412422"/>
                  <a:gd name="csX59" fmla="*/ 249995 w 371270"/>
                  <a:gd name="csY59" fmla="*/ 74712 h 412422"/>
                  <a:gd name="csX60" fmla="*/ 284128 w 371270"/>
                  <a:gd name="csY60" fmla="*/ 88942 h 412422"/>
                  <a:gd name="csX61" fmla="*/ 300004 w 371270"/>
                  <a:gd name="csY61" fmla="*/ 124721 h 412422"/>
                  <a:gd name="csX62" fmla="*/ 293593 w 371270"/>
                  <a:gd name="csY62" fmla="*/ 132675 h 412422"/>
                  <a:gd name="csX63" fmla="*/ 285639 w 371270"/>
                  <a:gd name="csY63" fmla="*/ 126265 h 412422"/>
                  <a:gd name="csX64" fmla="*/ 274160 w 371270"/>
                  <a:gd name="csY64" fmla="*/ 99414 h 412422"/>
                  <a:gd name="csX65" fmla="*/ 248451 w 371270"/>
                  <a:gd name="csY65" fmla="*/ 89077 h 412422"/>
                  <a:gd name="csX66" fmla="*/ 248451 w 371270"/>
                  <a:gd name="csY66" fmla="*/ 89077 h 412422"/>
                  <a:gd name="csX67" fmla="*/ 209182 w 371270"/>
                  <a:gd name="csY67" fmla="*/ 135092 h 412422"/>
                  <a:gd name="csX68" fmla="*/ 117488 w 371270"/>
                  <a:gd name="csY68" fmla="*/ 162546 h 412422"/>
                  <a:gd name="csX69" fmla="*/ 157999 w 371270"/>
                  <a:gd name="csY69" fmla="*/ 203057 h 412422"/>
                  <a:gd name="csX70" fmla="*/ 213512 w 371270"/>
                  <a:gd name="csY70" fmla="*/ 148920 h 412422"/>
                  <a:gd name="csX71" fmla="*/ 209182 w 371270"/>
                  <a:gd name="csY71" fmla="*/ 135092 h 412422"/>
                  <a:gd name="csX72" fmla="*/ 209182 w 371270"/>
                  <a:gd name="csY72" fmla="*/ 135092 h 412422"/>
                  <a:gd name="csX73" fmla="*/ 223849 w 371270"/>
                  <a:gd name="csY73" fmla="*/ 158988 h 412422"/>
                  <a:gd name="csX74" fmla="*/ 168202 w 371270"/>
                  <a:gd name="csY74" fmla="*/ 213260 h 412422"/>
                  <a:gd name="csX75" fmla="*/ 211666 w 371270"/>
                  <a:gd name="csY75" fmla="*/ 256758 h 412422"/>
                  <a:gd name="csX76" fmla="*/ 236435 w 371270"/>
                  <a:gd name="csY76" fmla="*/ 162949 h 412422"/>
                  <a:gd name="csX77" fmla="*/ 223849 w 371270"/>
                  <a:gd name="csY77" fmla="*/ 158988 h 412422"/>
                  <a:gd name="csX78" fmla="*/ 223849 w 371270"/>
                  <a:gd name="csY78" fmla="*/ 158988 h 412422"/>
                  <a:gd name="csX79" fmla="*/ 249424 w 371270"/>
                  <a:gd name="csY79" fmla="*/ 122740 h 412422"/>
                  <a:gd name="csX80" fmla="*/ 238718 w 371270"/>
                  <a:gd name="csY80" fmla="*/ 118310 h 412422"/>
                  <a:gd name="csX81" fmla="*/ 228011 w 371270"/>
                  <a:gd name="csY81" fmla="*/ 122740 h 412422"/>
                  <a:gd name="csX82" fmla="*/ 223581 w 371270"/>
                  <a:gd name="csY82" fmla="*/ 133447 h 412422"/>
                  <a:gd name="csX83" fmla="*/ 228011 w 371270"/>
                  <a:gd name="csY83" fmla="*/ 144154 h 412422"/>
                  <a:gd name="csX84" fmla="*/ 238718 w 371270"/>
                  <a:gd name="csY84" fmla="*/ 148584 h 412422"/>
                  <a:gd name="csX85" fmla="*/ 249424 w 371270"/>
                  <a:gd name="csY85" fmla="*/ 144154 h 412422"/>
                  <a:gd name="csX86" fmla="*/ 253855 w 371270"/>
                  <a:gd name="csY86" fmla="*/ 133447 h 412422"/>
                  <a:gd name="csX87" fmla="*/ 249424 w 371270"/>
                  <a:gd name="csY87" fmla="*/ 122740 h 412422"/>
                  <a:gd name="csX88" fmla="*/ 249424 w 371270"/>
                  <a:gd name="csY88" fmla="*/ 122740 h 412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</a:cxnLst>
                <a:rect l="l" t="t" r="r" b="b"/>
                <a:pathLst>
                  <a:path w="371270" h="412422">
                    <a:moveTo>
                      <a:pt x="29520" y="74611"/>
                    </a:moveTo>
                    <a:lnTo>
                      <a:pt x="105875" y="150967"/>
                    </a:lnTo>
                    <a:lnTo>
                      <a:pt x="211800" y="119250"/>
                    </a:lnTo>
                    <a:cubicBezTo>
                      <a:pt x="212169" y="119149"/>
                      <a:pt x="212539" y="119048"/>
                      <a:pt x="212908" y="119015"/>
                    </a:cubicBezTo>
                    <a:cubicBezTo>
                      <a:pt x="214250" y="116632"/>
                      <a:pt x="215895" y="114450"/>
                      <a:pt x="217841" y="112504"/>
                    </a:cubicBezTo>
                    <a:cubicBezTo>
                      <a:pt x="223212" y="107134"/>
                      <a:pt x="230595" y="103844"/>
                      <a:pt x="238751" y="103844"/>
                    </a:cubicBezTo>
                    <a:cubicBezTo>
                      <a:pt x="246907" y="103844"/>
                      <a:pt x="254324" y="107167"/>
                      <a:pt x="259661" y="112504"/>
                    </a:cubicBezTo>
                    <a:cubicBezTo>
                      <a:pt x="265031" y="117874"/>
                      <a:pt x="268320" y="125258"/>
                      <a:pt x="268320" y="133413"/>
                    </a:cubicBezTo>
                    <a:cubicBezTo>
                      <a:pt x="268320" y="141569"/>
                      <a:pt x="264997" y="148987"/>
                      <a:pt x="259661" y="154323"/>
                    </a:cubicBezTo>
                    <a:cubicBezTo>
                      <a:pt x="257479" y="156505"/>
                      <a:pt x="254962" y="158351"/>
                      <a:pt x="252210" y="159760"/>
                    </a:cubicBezTo>
                    <a:lnTo>
                      <a:pt x="223514" y="268538"/>
                    </a:lnTo>
                    <a:lnTo>
                      <a:pt x="298661" y="343686"/>
                    </a:lnTo>
                    <a:cubicBezTo>
                      <a:pt x="302420" y="347445"/>
                      <a:pt x="302420" y="353553"/>
                      <a:pt x="298661" y="357312"/>
                    </a:cubicBezTo>
                    <a:cubicBezTo>
                      <a:pt x="297352" y="358621"/>
                      <a:pt x="295775" y="359460"/>
                      <a:pt x="294130" y="359863"/>
                    </a:cubicBezTo>
                    <a:cubicBezTo>
                      <a:pt x="245464" y="374933"/>
                      <a:pt x="199617" y="372986"/>
                      <a:pt x="159241" y="359494"/>
                    </a:cubicBezTo>
                    <a:lnTo>
                      <a:pt x="171357" y="402757"/>
                    </a:lnTo>
                    <a:cubicBezTo>
                      <a:pt x="171625" y="403495"/>
                      <a:pt x="171759" y="404334"/>
                      <a:pt x="171759" y="405173"/>
                    </a:cubicBezTo>
                    <a:cubicBezTo>
                      <a:pt x="171759" y="409167"/>
                      <a:pt x="168504" y="412423"/>
                      <a:pt x="164510" y="412423"/>
                    </a:cubicBezTo>
                    <a:lnTo>
                      <a:pt x="45764" y="412423"/>
                    </a:lnTo>
                    <a:lnTo>
                      <a:pt x="45764" y="412423"/>
                    </a:lnTo>
                    <a:cubicBezTo>
                      <a:pt x="45194" y="412423"/>
                      <a:pt x="44623" y="412356"/>
                      <a:pt x="44052" y="412221"/>
                    </a:cubicBezTo>
                    <a:cubicBezTo>
                      <a:pt x="40193" y="411282"/>
                      <a:pt x="37810" y="407355"/>
                      <a:pt x="38783" y="403495"/>
                    </a:cubicBezTo>
                    <a:lnTo>
                      <a:pt x="64794" y="298309"/>
                    </a:lnTo>
                    <a:cubicBezTo>
                      <a:pt x="62277" y="295623"/>
                      <a:pt x="59793" y="292905"/>
                      <a:pt x="57410" y="290119"/>
                    </a:cubicBezTo>
                    <a:cubicBezTo>
                      <a:pt x="35527" y="264678"/>
                      <a:pt x="19082" y="235109"/>
                      <a:pt x="9516" y="204533"/>
                    </a:cubicBezTo>
                    <a:cubicBezTo>
                      <a:pt x="-3909" y="161539"/>
                      <a:pt x="-3741" y="116431"/>
                      <a:pt x="13946" y="77497"/>
                    </a:cubicBezTo>
                    <a:cubicBezTo>
                      <a:pt x="16128" y="72664"/>
                      <a:pt x="21834" y="70483"/>
                      <a:pt x="26667" y="72664"/>
                    </a:cubicBezTo>
                    <a:cubicBezTo>
                      <a:pt x="27774" y="73134"/>
                      <a:pt x="28714" y="73806"/>
                      <a:pt x="29520" y="74611"/>
                    </a:cubicBezTo>
                    <a:lnTo>
                      <a:pt x="29520" y="74611"/>
                    </a:lnTo>
                    <a:lnTo>
                      <a:pt x="29520" y="74611"/>
                    </a:lnTo>
                    <a:close/>
                    <a:moveTo>
                      <a:pt x="142425" y="353117"/>
                    </a:moveTo>
                    <a:cubicBezTo>
                      <a:pt x="141016" y="352513"/>
                      <a:pt x="139606" y="351909"/>
                      <a:pt x="138230" y="351271"/>
                    </a:cubicBezTo>
                    <a:cubicBezTo>
                      <a:pt x="115407" y="340900"/>
                      <a:pt x="94732" y="326804"/>
                      <a:pt x="76709" y="310123"/>
                    </a:cubicBezTo>
                    <a:lnTo>
                      <a:pt x="54994" y="397957"/>
                    </a:lnTo>
                    <a:lnTo>
                      <a:pt x="154978" y="397957"/>
                    </a:lnTo>
                    <a:lnTo>
                      <a:pt x="142425" y="353117"/>
                    </a:lnTo>
                    <a:lnTo>
                      <a:pt x="142425" y="353117"/>
                    </a:lnTo>
                    <a:close/>
                    <a:moveTo>
                      <a:pt x="247008" y="14365"/>
                    </a:moveTo>
                    <a:cubicBezTo>
                      <a:pt x="243047" y="13795"/>
                      <a:pt x="240329" y="10137"/>
                      <a:pt x="240866" y="6210"/>
                    </a:cubicBezTo>
                    <a:cubicBezTo>
                      <a:pt x="241436" y="2249"/>
                      <a:pt x="245095" y="-469"/>
                      <a:pt x="249021" y="68"/>
                    </a:cubicBezTo>
                    <a:cubicBezTo>
                      <a:pt x="283424" y="4968"/>
                      <a:pt x="312523" y="15876"/>
                      <a:pt x="333835" y="35510"/>
                    </a:cubicBezTo>
                    <a:cubicBezTo>
                      <a:pt x="355315" y="55346"/>
                      <a:pt x="368673" y="83740"/>
                      <a:pt x="371258" y="123378"/>
                    </a:cubicBezTo>
                    <a:cubicBezTo>
                      <a:pt x="371493" y="127372"/>
                      <a:pt x="368472" y="130796"/>
                      <a:pt x="364512" y="131030"/>
                    </a:cubicBezTo>
                    <a:cubicBezTo>
                      <a:pt x="360518" y="131265"/>
                      <a:pt x="357094" y="128245"/>
                      <a:pt x="356859" y="124284"/>
                    </a:cubicBezTo>
                    <a:cubicBezTo>
                      <a:pt x="354543" y="88674"/>
                      <a:pt x="342864" y="63435"/>
                      <a:pt x="324068" y="46116"/>
                    </a:cubicBezTo>
                    <a:cubicBezTo>
                      <a:pt x="305105" y="28663"/>
                      <a:pt x="278624" y="18863"/>
                      <a:pt x="247008" y="14365"/>
                    </a:cubicBezTo>
                    <a:lnTo>
                      <a:pt x="247008" y="14365"/>
                    </a:lnTo>
                    <a:close/>
                    <a:moveTo>
                      <a:pt x="248954" y="50345"/>
                    </a:moveTo>
                    <a:cubicBezTo>
                      <a:pt x="245027" y="49707"/>
                      <a:pt x="242342" y="45982"/>
                      <a:pt x="242980" y="42055"/>
                    </a:cubicBezTo>
                    <a:cubicBezTo>
                      <a:pt x="243618" y="38128"/>
                      <a:pt x="247343" y="35443"/>
                      <a:pt x="251270" y="36081"/>
                    </a:cubicBezTo>
                    <a:cubicBezTo>
                      <a:pt x="274731" y="39974"/>
                      <a:pt x="294533" y="48063"/>
                      <a:pt x="309133" y="62092"/>
                    </a:cubicBezTo>
                    <a:cubicBezTo>
                      <a:pt x="323867" y="76289"/>
                      <a:pt x="333030" y="96192"/>
                      <a:pt x="334976" y="123613"/>
                    </a:cubicBezTo>
                    <a:cubicBezTo>
                      <a:pt x="335245" y="127607"/>
                      <a:pt x="332258" y="131030"/>
                      <a:pt x="328264" y="131333"/>
                    </a:cubicBezTo>
                    <a:cubicBezTo>
                      <a:pt x="324270" y="131601"/>
                      <a:pt x="320846" y="128614"/>
                      <a:pt x="320544" y="124620"/>
                    </a:cubicBezTo>
                    <a:cubicBezTo>
                      <a:pt x="318866" y="101059"/>
                      <a:pt x="311247" y="84177"/>
                      <a:pt x="299097" y="72463"/>
                    </a:cubicBezTo>
                    <a:cubicBezTo>
                      <a:pt x="286813" y="60682"/>
                      <a:pt x="269596" y="53768"/>
                      <a:pt x="248954" y="50345"/>
                    </a:cubicBezTo>
                    <a:lnTo>
                      <a:pt x="248954" y="50345"/>
                    </a:lnTo>
                    <a:close/>
                    <a:moveTo>
                      <a:pt x="248451" y="89077"/>
                    </a:moveTo>
                    <a:cubicBezTo>
                      <a:pt x="244490" y="88640"/>
                      <a:pt x="241604" y="85116"/>
                      <a:pt x="242040" y="81122"/>
                    </a:cubicBezTo>
                    <a:cubicBezTo>
                      <a:pt x="242477" y="77162"/>
                      <a:pt x="246001" y="74275"/>
                      <a:pt x="249995" y="74712"/>
                    </a:cubicBezTo>
                    <a:cubicBezTo>
                      <a:pt x="263890" y="76222"/>
                      <a:pt x="275436" y="80720"/>
                      <a:pt x="284128" y="88942"/>
                    </a:cubicBezTo>
                    <a:cubicBezTo>
                      <a:pt x="292821" y="97165"/>
                      <a:pt x="298325" y="108879"/>
                      <a:pt x="300004" y="124721"/>
                    </a:cubicBezTo>
                    <a:cubicBezTo>
                      <a:pt x="300440" y="128681"/>
                      <a:pt x="297554" y="132239"/>
                      <a:pt x="293593" y="132675"/>
                    </a:cubicBezTo>
                    <a:cubicBezTo>
                      <a:pt x="289633" y="133111"/>
                      <a:pt x="286075" y="130225"/>
                      <a:pt x="285639" y="126265"/>
                    </a:cubicBezTo>
                    <a:cubicBezTo>
                      <a:pt x="284330" y="114048"/>
                      <a:pt x="280369" y="105288"/>
                      <a:pt x="274160" y="99414"/>
                    </a:cubicBezTo>
                    <a:cubicBezTo>
                      <a:pt x="267951" y="93541"/>
                      <a:pt x="259191" y="90251"/>
                      <a:pt x="248451" y="89077"/>
                    </a:cubicBezTo>
                    <a:lnTo>
                      <a:pt x="248451" y="89077"/>
                    </a:lnTo>
                    <a:close/>
                    <a:moveTo>
                      <a:pt x="209182" y="135092"/>
                    </a:moveTo>
                    <a:lnTo>
                      <a:pt x="117488" y="162546"/>
                    </a:lnTo>
                    <a:lnTo>
                      <a:pt x="157999" y="203057"/>
                    </a:lnTo>
                    <a:lnTo>
                      <a:pt x="213512" y="148920"/>
                    </a:lnTo>
                    <a:cubicBezTo>
                      <a:pt x="211028" y="144858"/>
                      <a:pt x="209484" y="140160"/>
                      <a:pt x="209182" y="135092"/>
                    </a:cubicBezTo>
                    <a:lnTo>
                      <a:pt x="209182" y="135092"/>
                    </a:lnTo>
                    <a:close/>
                    <a:moveTo>
                      <a:pt x="223849" y="158988"/>
                    </a:moveTo>
                    <a:lnTo>
                      <a:pt x="168202" y="213260"/>
                    </a:lnTo>
                    <a:lnTo>
                      <a:pt x="211666" y="256758"/>
                    </a:lnTo>
                    <a:lnTo>
                      <a:pt x="236435" y="162949"/>
                    </a:lnTo>
                    <a:cubicBezTo>
                      <a:pt x="231871" y="162580"/>
                      <a:pt x="227575" y="161204"/>
                      <a:pt x="223849" y="158988"/>
                    </a:cubicBezTo>
                    <a:lnTo>
                      <a:pt x="223849" y="158988"/>
                    </a:lnTo>
                    <a:close/>
                    <a:moveTo>
                      <a:pt x="249424" y="122740"/>
                    </a:moveTo>
                    <a:cubicBezTo>
                      <a:pt x="246706" y="120022"/>
                      <a:pt x="242913" y="118310"/>
                      <a:pt x="238718" y="118310"/>
                    </a:cubicBezTo>
                    <a:cubicBezTo>
                      <a:pt x="234556" y="118310"/>
                      <a:pt x="230763" y="119988"/>
                      <a:pt x="228011" y="122740"/>
                    </a:cubicBezTo>
                    <a:cubicBezTo>
                      <a:pt x="225292" y="125459"/>
                      <a:pt x="223581" y="129252"/>
                      <a:pt x="223581" y="133447"/>
                    </a:cubicBezTo>
                    <a:cubicBezTo>
                      <a:pt x="223581" y="137609"/>
                      <a:pt x="225259" y="141401"/>
                      <a:pt x="228011" y="144154"/>
                    </a:cubicBezTo>
                    <a:cubicBezTo>
                      <a:pt x="230730" y="146906"/>
                      <a:pt x="234522" y="148584"/>
                      <a:pt x="238718" y="148584"/>
                    </a:cubicBezTo>
                    <a:cubicBezTo>
                      <a:pt x="242879" y="148584"/>
                      <a:pt x="246672" y="146906"/>
                      <a:pt x="249424" y="144154"/>
                    </a:cubicBezTo>
                    <a:cubicBezTo>
                      <a:pt x="252143" y="141435"/>
                      <a:pt x="253855" y="137642"/>
                      <a:pt x="253855" y="133447"/>
                    </a:cubicBezTo>
                    <a:cubicBezTo>
                      <a:pt x="253855" y="129252"/>
                      <a:pt x="252143" y="125459"/>
                      <a:pt x="249424" y="122740"/>
                    </a:cubicBezTo>
                    <a:lnTo>
                      <a:pt x="249424" y="12274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0580895F-0D5B-73EA-BCAB-79A4F5C89DD2}"/>
                  </a:ext>
                </a:extLst>
              </p:cNvPr>
              <p:cNvSpPr txBox="1"/>
              <p:nvPr/>
            </p:nvSpPr>
            <p:spPr>
              <a:xfrm>
                <a:off x="4464888" y="5298629"/>
                <a:ext cx="137079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Telecommunication</a:t>
                </a:r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912D9C45-122B-480B-1ECC-9AC327CC1D8F}"/>
                </a:ext>
              </a:extLst>
            </p:cNvPr>
            <p:cNvGrpSpPr/>
            <p:nvPr/>
          </p:nvGrpSpPr>
          <p:grpSpPr>
            <a:xfrm>
              <a:off x="8034475" y="5316886"/>
              <a:ext cx="2145217" cy="368031"/>
              <a:chOff x="7426701" y="5186650"/>
              <a:chExt cx="2145217" cy="368031"/>
            </a:xfrm>
          </p:grpSpPr>
          <p:sp>
            <p:nvSpPr>
              <p:cNvPr id="289" name="Graphic 287">
                <a:extLst>
                  <a:ext uri="{FF2B5EF4-FFF2-40B4-BE49-F238E27FC236}">
                    <a16:creationId xmlns:a16="http://schemas.microsoft.com/office/drawing/2014/main" id="{46664BE2-DDAD-C658-33DA-0831422E9E3E}"/>
                  </a:ext>
                </a:extLst>
              </p:cNvPr>
              <p:cNvSpPr/>
              <p:nvPr/>
            </p:nvSpPr>
            <p:spPr>
              <a:xfrm>
                <a:off x="7426701" y="5186650"/>
                <a:ext cx="368034" cy="368031"/>
              </a:xfrm>
              <a:custGeom>
                <a:avLst/>
                <a:gdLst>
                  <a:gd name="csX0" fmla="*/ 49802 w 368034"/>
                  <a:gd name="csY0" fmla="*/ 316732 h 368031"/>
                  <a:gd name="csX1" fmla="*/ 67862 w 368034"/>
                  <a:gd name="csY1" fmla="*/ 279653 h 368031"/>
                  <a:gd name="csX2" fmla="*/ 3258 w 368034"/>
                  <a:gd name="csY2" fmla="*/ 238799 h 368031"/>
                  <a:gd name="csX3" fmla="*/ 1641 w 368034"/>
                  <a:gd name="csY3" fmla="*/ 231611 h 368031"/>
                  <a:gd name="csX4" fmla="*/ 15328 w 368034"/>
                  <a:gd name="csY4" fmla="*/ 219930 h 368031"/>
                  <a:gd name="csX5" fmla="*/ 23295 w 368034"/>
                  <a:gd name="csY5" fmla="*/ 218523 h 368031"/>
                  <a:gd name="csX6" fmla="*/ 103025 w 368034"/>
                  <a:gd name="csY6" fmla="*/ 232001 h 368031"/>
                  <a:gd name="csX7" fmla="*/ 169457 w 368034"/>
                  <a:gd name="csY7" fmla="*/ 160058 h 368031"/>
                  <a:gd name="csX8" fmla="*/ 14370 w 368034"/>
                  <a:gd name="csY8" fmla="*/ 55139 h 368031"/>
                  <a:gd name="csX9" fmla="*/ 14160 w 368034"/>
                  <a:gd name="csY9" fmla="*/ 47202 h 368031"/>
                  <a:gd name="csX10" fmla="*/ 36534 w 368034"/>
                  <a:gd name="csY10" fmla="*/ 29351 h 368031"/>
                  <a:gd name="csX11" fmla="*/ 238704 w 368034"/>
                  <a:gd name="csY11" fmla="*/ 86168 h 368031"/>
                  <a:gd name="csX12" fmla="*/ 298426 w 368034"/>
                  <a:gd name="csY12" fmla="*/ 22313 h 368031"/>
                  <a:gd name="csX13" fmla="*/ 352878 w 368034"/>
                  <a:gd name="csY13" fmla="*/ 898 h 368031"/>
                  <a:gd name="csX14" fmla="*/ 366565 w 368034"/>
                  <a:gd name="csY14" fmla="*/ 13118 h 368031"/>
                  <a:gd name="csX15" fmla="*/ 345719 w 368034"/>
                  <a:gd name="csY15" fmla="*/ 69605 h 368031"/>
                  <a:gd name="csX16" fmla="*/ 281863 w 368034"/>
                  <a:gd name="csY16" fmla="*/ 129328 h 368031"/>
                  <a:gd name="csX17" fmla="*/ 338681 w 368034"/>
                  <a:gd name="csY17" fmla="*/ 331498 h 368031"/>
                  <a:gd name="csX18" fmla="*/ 320830 w 368034"/>
                  <a:gd name="csY18" fmla="*/ 353872 h 368031"/>
                  <a:gd name="csX19" fmla="*/ 312893 w 368034"/>
                  <a:gd name="csY19" fmla="*/ 353662 h 368031"/>
                  <a:gd name="csX20" fmla="*/ 207944 w 368034"/>
                  <a:gd name="csY20" fmla="*/ 198605 h 368031"/>
                  <a:gd name="csX21" fmla="*/ 136001 w 368034"/>
                  <a:gd name="csY21" fmla="*/ 265007 h 368031"/>
                  <a:gd name="csX22" fmla="*/ 149479 w 368034"/>
                  <a:gd name="csY22" fmla="*/ 344737 h 368031"/>
                  <a:gd name="csX23" fmla="*/ 148072 w 368034"/>
                  <a:gd name="csY23" fmla="*/ 352704 h 368031"/>
                  <a:gd name="csX24" fmla="*/ 136391 w 368034"/>
                  <a:gd name="csY24" fmla="*/ 366391 h 368031"/>
                  <a:gd name="csX25" fmla="*/ 129202 w 368034"/>
                  <a:gd name="csY25" fmla="*/ 364774 h 368031"/>
                  <a:gd name="csX26" fmla="*/ 88349 w 368034"/>
                  <a:gd name="csY26" fmla="*/ 300169 h 368031"/>
                  <a:gd name="csX27" fmla="*/ 51150 w 368034"/>
                  <a:gd name="csY27" fmla="*/ 318230 h 368031"/>
                  <a:gd name="csX28" fmla="*/ 49802 w 368034"/>
                  <a:gd name="csY28" fmla="*/ 316732 h 368031"/>
                  <a:gd name="csX29" fmla="*/ 49802 w 368034"/>
                  <a:gd name="csY29" fmla="*/ 316732 h 3680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368034" h="368031">
                    <a:moveTo>
                      <a:pt x="49802" y="316732"/>
                    </a:moveTo>
                    <a:cubicBezTo>
                      <a:pt x="49832" y="304662"/>
                      <a:pt x="56691" y="292861"/>
                      <a:pt x="67862" y="279653"/>
                    </a:cubicBezTo>
                    <a:lnTo>
                      <a:pt x="3258" y="238799"/>
                    </a:lnTo>
                    <a:cubicBezTo>
                      <a:pt x="-815" y="237032"/>
                      <a:pt x="-726" y="234546"/>
                      <a:pt x="1641" y="231611"/>
                    </a:cubicBezTo>
                    <a:lnTo>
                      <a:pt x="15328" y="219930"/>
                    </a:lnTo>
                    <a:cubicBezTo>
                      <a:pt x="17814" y="218403"/>
                      <a:pt x="20450" y="217744"/>
                      <a:pt x="23295" y="218523"/>
                    </a:cubicBezTo>
                    <a:lnTo>
                      <a:pt x="103025" y="232001"/>
                    </a:lnTo>
                    <a:lnTo>
                      <a:pt x="169457" y="160058"/>
                    </a:lnTo>
                    <a:lnTo>
                      <a:pt x="14370" y="55139"/>
                    </a:lnTo>
                    <a:cubicBezTo>
                      <a:pt x="10446" y="52833"/>
                      <a:pt x="10117" y="50227"/>
                      <a:pt x="14160" y="47202"/>
                    </a:cubicBezTo>
                    <a:lnTo>
                      <a:pt x="36534" y="29351"/>
                    </a:lnTo>
                    <a:lnTo>
                      <a:pt x="238704" y="86168"/>
                    </a:lnTo>
                    <a:lnTo>
                      <a:pt x="298426" y="22313"/>
                    </a:lnTo>
                    <a:cubicBezTo>
                      <a:pt x="318464" y="4971"/>
                      <a:pt x="337932" y="-2786"/>
                      <a:pt x="352878" y="898"/>
                    </a:cubicBezTo>
                    <a:cubicBezTo>
                      <a:pt x="361114" y="2934"/>
                      <a:pt x="364019" y="5390"/>
                      <a:pt x="366565" y="13118"/>
                    </a:cubicBezTo>
                    <a:cubicBezTo>
                      <a:pt x="371507" y="28273"/>
                      <a:pt x="363840" y="48640"/>
                      <a:pt x="345719" y="69605"/>
                    </a:cubicBezTo>
                    <a:lnTo>
                      <a:pt x="281863" y="129328"/>
                    </a:lnTo>
                    <a:lnTo>
                      <a:pt x="338681" y="331498"/>
                    </a:lnTo>
                    <a:lnTo>
                      <a:pt x="320830" y="353872"/>
                    </a:lnTo>
                    <a:cubicBezTo>
                      <a:pt x="317805" y="357885"/>
                      <a:pt x="315199" y="357556"/>
                      <a:pt x="312893" y="353662"/>
                    </a:cubicBezTo>
                    <a:lnTo>
                      <a:pt x="207944" y="198605"/>
                    </a:lnTo>
                    <a:lnTo>
                      <a:pt x="136001" y="265007"/>
                    </a:lnTo>
                    <a:lnTo>
                      <a:pt x="149479" y="344737"/>
                    </a:lnTo>
                    <a:cubicBezTo>
                      <a:pt x="150258" y="347552"/>
                      <a:pt x="149629" y="350188"/>
                      <a:pt x="148072" y="352704"/>
                    </a:cubicBezTo>
                    <a:lnTo>
                      <a:pt x="136391" y="366391"/>
                    </a:lnTo>
                    <a:cubicBezTo>
                      <a:pt x="133485" y="368757"/>
                      <a:pt x="130970" y="368847"/>
                      <a:pt x="129202" y="364774"/>
                    </a:cubicBezTo>
                    <a:lnTo>
                      <a:pt x="88349" y="300169"/>
                    </a:lnTo>
                    <a:cubicBezTo>
                      <a:pt x="75081" y="311371"/>
                      <a:pt x="63280" y="318230"/>
                      <a:pt x="51150" y="318230"/>
                    </a:cubicBezTo>
                    <a:cubicBezTo>
                      <a:pt x="50042" y="318200"/>
                      <a:pt x="49802" y="317811"/>
                      <a:pt x="49802" y="316732"/>
                    </a:cubicBezTo>
                    <a:lnTo>
                      <a:pt x="49802" y="31673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4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84066380-3F4D-55FC-9201-B25B8CF5B184}"/>
                  </a:ext>
                </a:extLst>
              </p:cNvPr>
              <p:cNvSpPr txBox="1"/>
              <p:nvPr/>
            </p:nvSpPr>
            <p:spPr>
              <a:xfrm>
                <a:off x="7864840" y="5232166"/>
                <a:ext cx="1707078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Travel and transportation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1564080E-50B7-F1B0-2ABE-A4886BEB8249}"/>
                </a:ext>
              </a:extLst>
            </p:cNvPr>
            <p:cNvGrpSpPr/>
            <p:nvPr/>
          </p:nvGrpSpPr>
          <p:grpSpPr>
            <a:xfrm>
              <a:off x="673012" y="6065072"/>
              <a:ext cx="1046117" cy="290357"/>
              <a:chOff x="610495" y="5569380"/>
              <a:chExt cx="1046117" cy="290357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6EB2454B-7B8C-AA2B-3643-E1EB982A0B50}"/>
                  </a:ext>
                </a:extLst>
              </p:cNvPr>
              <p:cNvGrpSpPr/>
              <p:nvPr/>
            </p:nvGrpSpPr>
            <p:grpSpPr>
              <a:xfrm>
                <a:off x="610495" y="5569380"/>
                <a:ext cx="290357" cy="290357"/>
                <a:chOff x="610495" y="5569380"/>
                <a:chExt cx="290357" cy="290357"/>
              </a:xfrm>
            </p:grpSpPr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C7614FF4-C04F-9914-967A-022B6A9DC218}"/>
                    </a:ext>
                  </a:extLst>
                </p:cNvPr>
                <p:cNvSpPr/>
                <p:nvPr/>
              </p:nvSpPr>
              <p:spPr>
                <a:xfrm>
                  <a:off x="635472" y="5709124"/>
                  <a:ext cx="111213" cy="87764"/>
                </a:xfrm>
                <a:custGeom>
                  <a:avLst/>
                  <a:gdLst>
                    <a:gd name="csX0" fmla="*/ 89599 w 111213"/>
                    <a:gd name="csY0" fmla="*/ 8039 h 87764"/>
                    <a:gd name="csX1" fmla="*/ 97709 w 111213"/>
                    <a:gd name="csY1" fmla="*/ 32616 h 87764"/>
                    <a:gd name="csX2" fmla="*/ 55607 w 111213"/>
                    <a:gd name="csY2" fmla="*/ 74259 h 87764"/>
                    <a:gd name="csX3" fmla="*/ 13505 w 111213"/>
                    <a:gd name="csY3" fmla="*/ 32616 h 87764"/>
                    <a:gd name="csX4" fmla="*/ 20892 w 111213"/>
                    <a:gd name="csY4" fmla="*/ 9047 h 87764"/>
                    <a:gd name="csX5" fmla="*/ 9805 w 111213"/>
                    <a:gd name="csY5" fmla="*/ 1335 h 87764"/>
                    <a:gd name="csX6" fmla="*/ 0 w 111213"/>
                    <a:gd name="csY6" fmla="*/ 32616 h 87764"/>
                    <a:gd name="csX7" fmla="*/ 55607 w 111213"/>
                    <a:gd name="csY7" fmla="*/ 87764 h 87764"/>
                    <a:gd name="csX8" fmla="*/ 111214 w 111213"/>
                    <a:gd name="csY8" fmla="*/ 32616 h 87764"/>
                    <a:gd name="csX9" fmla="*/ 100450 w 111213"/>
                    <a:gd name="csY9" fmla="*/ 0 h 87764"/>
                    <a:gd name="csX10" fmla="*/ 89599 w 111213"/>
                    <a:gd name="csY10" fmla="*/ 8039 h 877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11213" h="87764">
                      <a:moveTo>
                        <a:pt x="89599" y="8039"/>
                      </a:moveTo>
                      <a:cubicBezTo>
                        <a:pt x="94842" y="15116"/>
                        <a:pt x="97709" y="23644"/>
                        <a:pt x="97709" y="32616"/>
                      </a:cubicBezTo>
                      <a:cubicBezTo>
                        <a:pt x="97709" y="55602"/>
                        <a:pt x="78875" y="74259"/>
                        <a:pt x="55607" y="74259"/>
                      </a:cubicBezTo>
                      <a:cubicBezTo>
                        <a:pt x="32339" y="74259"/>
                        <a:pt x="13505" y="55602"/>
                        <a:pt x="13505" y="32616"/>
                      </a:cubicBezTo>
                      <a:cubicBezTo>
                        <a:pt x="13505" y="24072"/>
                        <a:pt x="16104" y="15931"/>
                        <a:pt x="20892" y="9047"/>
                      </a:cubicBezTo>
                      <a:lnTo>
                        <a:pt x="9805" y="1335"/>
                      </a:lnTo>
                      <a:cubicBezTo>
                        <a:pt x="3456" y="10463"/>
                        <a:pt x="0" y="21291"/>
                        <a:pt x="0" y="32616"/>
                      </a:cubicBezTo>
                      <a:cubicBezTo>
                        <a:pt x="0" y="63090"/>
                        <a:pt x="24909" y="87764"/>
                        <a:pt x="55607" y="87764"/>
                      </a:cubicBezTo>
                      <a:cubicBezTo>
                        <a:pt x="86305" y="87764"/>
                        <a:pt x="111214" y="63090"/>
                        <a:pt x="111214" y="32616"/>
                      </a:cubicBezTo>
                      <a:cubicBezTo>
                        <a:pt x="111214" y="20723"/>
                        <a:pt x="107402" y="9383"/>
                        <a:pt x="100450" y="0"/>
                      </a:cubicBezTo>
                      <a:lnTo>
                        <a:pt x="89599" y="8039"/>
                      </a:lnTo>
                      <a:close/>
                    </a:path>
                  </a:pathLst>
                </a:custGeom>
                <a:gradFill>
                  <a:gsLst>
                    <a:gs pos="50000">
                      <a:srgbClr val="8B7668"/>
                    </a:gs>
                    <a:gs pos="0">
                      <a:srgbClr val="1E61BB"/>
                    </a:gs>
                    <a:gs pos="100000">
                      <a:srgbClr val="F78B15"/>
                    </a:gs>
                  </a:gsLst>
                  <a:lin ang="5400000" scaled="0"/>
                </a:gradFill>
                <a:ln w="32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A06CC365-2E5A-5BA9-3BD8-DEA426BE596F}"/>
                    </a:ext>
                  </a:extLst>
                </p:cNvPr>
                <p:cNvGrpSpPr/>
                <p:nvPr/>
              </p:nvGrpSpPr>
              <p:grpSpPr>
                <a:xfrm>
                  <a:off x="610495" y="5569380"/>
                  <a:ext cx="290357" cy="290357"/>
                  <a:chOff x="628340" y="5565698"/>
                  <a:chExt cx="290357" cy="290357"/>
                </a:xfrm>
              </p:grpSpPr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7C09A9EC-0E6E-9D26-BCC7-97552FC14460}"/>
                      </a:ext>
                    </a:extLst>
                  </p:cNvPr>
                  <p:cNvSpPr/>
                  <p:nvPr/>
                </p:nvSpPr>
                <p:spPr>
                  <a:xfrm>
                    <a:off x="628340" y="5565698"/>
                    <a:ext cx="290357" cy="290357"/>
                  </a:xfrm>
                  <a:custGeom>
                    <a:avLst/>
                    <a:gdLst>
                      <a:gd name="csX0" fmla="*/ 249843 w 290357"/>
                      <a:gd name="csY0" fmla="*/ 276853 h 290357"/>
                      <a:gd name="csX1" fmla="*/ 276853 w 290357"/>
                      <a:gd name="csY1" fmla="*/ 249843 h 290357"/>
                      <a:gd name="csX2" fmla="*/ 276853 w 290357"/>
                      <a:gd name="csY2" fmla="*/ 40515 h 290357"/>
                      <a:gd name="csX3" fmla="*/ 249843 w 290357"/>
                      <a:gd name="csY3" fmla="*/ 13505 h 290357"/>
                      <a:gd name="csX4" fmla="*/ 40515 w 290357"/>
                      <a:gd name="csY4" fmla="*/ 13505 h 290357"/>
                      <a:gd name="csX5" fmla="*/ 13505 w 290357"/>
                      <a:gd name="csY5" fmla="*/ 40515 h 290357"/>
                      <a:gd name="csX6" fmla="*/ 13505 w 290357"/>
                      <a:gd name="csY6" fmla="*/ 249843 h 290357"/>
                      <a:gd name="csX7" fmla="*/ 40515 w 290357"/>
                      <a:gd name="csY7" fmla="*/ 276853 h 290357"/>
                      <a:gd name="csX8" fmla="*/ 249843 w 290357"/>
                      <a:gd name="csY8" fmla="*/ 276853 h 290357"/>
                      <a:gd name="csX9" fmla="*/ 249843 w 290357"/>
                      <a:gd name="csY9" fmla="*/ 290358 h 290357"/>
                      <a:gd name="csX10" fmla="*/ 40515 w 290357"/>
                      <a:gd name="csY10" fmla="*/ 290358 h 290357"/>
                      <a:gd name="csX11" fmla="*/ 0 w 290357"/>
                      <a:gd name="csY11" fmla="*/ 249843 h 290357"/>
                      <a:gd name="csX12" fmla="*/ 0 w 290357"/>
                      <a:gd name="csY12" fmla="*/ 40515 h 290357"/>
                      <a:gd name="csX13" fmla="*/ 40515 w 290357"/>
                      <a:gd name="csY13" fmla="*/ 0 h 290357"/>
                      <a:gd name="csX14" fmla="*/ 249843 w 290357"/>
                      <a:gd name="csY14" fmla="*/ 0 h 290357"/>
                      <a:gd name="csX15" fmla="*/ 290358 w 290357"/>
                      <a:gd name="csY15" fmla="*/ 40515 h 290357"/>
                      <a:gd name="csX16" fmla="*/ 290358 w 290357"/>
                      <a:gd name="csY16" fmla="*/ 249843 h 290357"/>
                      <a:gd name="csX17" fmla="*/ 249843 w 290357"/>
                      <a:gd name="csY17" fmla="*/ 290358 h 2903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290357" h="290357">
                        <a:moveTo>
                          <a:pt x="249843" y="276853"/>
                        </a:moveTo>
                        <a:cubicBezTo>
                          <a:pt x="264760" y="276853"/>
                          <a:pt x="276853" y="264760"/>
                          <a:pt x="276853" y="249843"/>
                        </a:cubicBezTo>
                        <a:lnTo>
                          <a:pt x="276853" y="40515"/>
                        </a:lnTo>
                        <a:cubicBezTo>
                          <a:pt x="276853" y="25597"/>
                          <a:pt x="264760" y="13505"/>
                          <a:pt x="249843" y="13505"/>
                        </a:cubicBezTo>
                        <a:lnTo>
                          <a:pt x="40515" y="13505"/>
                        </a:lnTo>
                        <a:cubicBezTo>
                          <a:pt x="25597" y="13505"/>
                          <a:pt x="13505" y="25597"/>
                          <a:pt x="13505" y="40515"/>
                        </a:cubicBezTo>
                        <a:lnTo>
                          <a:pt x="13505" y="249843"/>
                        </a:lnTo>
                        <a:cubicBezTo>
                          <a:pt x="13505" y="264760"/>
                          <a:pt x="25597" y="276853"/>
                          <a:pt x="40515" y="276853"/>
                        </a:cubicBezTo>
                        <a:lnTo>
                          <a:pt x="249843" y="276853"/>
                        </a:lnTo>
                        <a:close/>
                        <a:moveTo>
                          <a:pt x="249843" y="290358"/>
                        </a:moveTo>
                        <a:lnTo>
                          <a:pt x="40515" y="290358"/>
                        </a:lnTo>
                        <a:cubicBezTo>
                          <a:pt x="18139" y="290358"/>
                          <a:pt x="0" y="272219"/>
                          <a:pt x="0" y="249843"/>
                        </a:cubicBezTo>
                        <a:lnTo>
                          <a:pt x="0" y="40515"/>
                        </a:lnTo>
                        <a:cubicBezTo>
                          <a:pt x="0" y="18139"/>
                          <a:pt x="18139" y="0"/>
                          <a:pt x="40515" y="0"/>
                        </a:cubicBezTo>
                        <a:lnTo>
                          <a:pt x="249843" y="0"/>
                        </a:lnTo>
                        <a:cubicBezTo>
                          <a:pt x="272219" y="0"/>
                          <a:pt x="290358" y="18139"/>
                          <a:pt x="290358" y="40515"/>
                        </a:cubicBezTo>
                        <a:lnTo>
                          <a:pt x="290358" y="249843"/>
                        </a:lnTo>
                        <a:cubicBezTo>
                          <a:pt x="290358" y="272219"/>
                          <a:pt x="272219" y="290358"/>
                          <a:pt x="249843" y="290358"/>
                        </a:cubicBez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15BFFCE9-92E9-AD60-E3B7-A9D035E0E70E}"/>
                      </a:ext>
                    </a:extLst>
                  </p:cNvPr>
                  <p:cNvSpPr/>
                  <p:nvPr/>
                </p:nvSpPr>
                <p:spPr>
                  <a:xfrm>
                    <a:off x="657820" y="5639977"/>
                    <a:ext cx="235448" cy="153229"/>
                  </a:xfrm>
                  <a:custGeom>
                    <a:avLst/>
                    <a:gdLst>
                      <a:gd name="csX0" fmla="*/ 90563 w 235448"/>
                      <a:gd name="csY0" fmla="*/ 82418 h 153229"/>
                      <a:gd name="csX1" fmla="*/ 99790 w 235448"/>
                      <a:gd name="csY1" fmla="*/ 84878 h 153229"/>
                      <a:gd name="csX2" fmla="*/ 102251 w 235448"/>
                      <a:gd name="csY2" fmla="*/ 75651 h 153229"/>
                      <a:gd name="csX3" fmla="*/ 62499 w 235448"/>
                      <a:gd name="csY3" fmla="*/ 6985 h 153229"/>
                      <a:gd name="csX4" fmla="*/ 40660 w 235448"/>
                      <a:gd name="csY4" fmla="*/ 6987 h 153229"/>
                      <a:gd name="csX5" fmla="*/ 910 w 235448"/>
                      <a:gd name="csY5" fmla="*/ 75651 h 153229"/>
                      <a:gd name="csX6" fmla="*/ 3370 w 235448"/>
                      <a:gd name="csY6" fmla="*/ 84878 h 153229"/>
                      <a:gd name="csX7" fmla="*/ 12597 w 235448"/>
                      <a:gd name="csY7" fmla="*/ 82418 h 153229"/>
                      <a:gd name="csX8" fmla="*/ 51580 w 235448"/>
                      <a:gd name="csY8" fmla="*/ 15081 h 153229"/>
                      <a:gd name="csX9" fmla="*/ 90562 w 235448"/>
                      <a:gd name="csY9" fmla="*/ 82418 h 153229"/>
                      <a:gd name="csX10" fmla="*/ 227785 w 235448"/>
                      <a:gd name="csY10" fmla="*/ 13566 h 153229"/>
                      <a:gd name="csX11" fmla="*/ 227599 w 235448"/>
                      <a:gd name="csY11" fmla="*/ 13695 h 153229"/>
                      <a:gd name="csX12" fmla="*/ 227785 w 235448"/>
                      <a:gd name="csY12" fmla="*/ 13566 h 153229"/>
                      <a:gd name="csX13" fmla="*/ 159254 w 235448"/>
                      <a:gd name="csY13" fmla="*/ 58589 h 153229"/>
                      <a:gd name="csX14" fmla="*/ 169225 w 235448"/>
                      <a:gd name="csY14" fmla="*/ 65111 h 153229"/>
                      <a:gd name="csX15" fmla="*/ 171377 w 235448"/>
                      <a:gd name="csY15" fmla="*/ 74138 h 153229"/>
                      <a:gd name="csX16" fmla="*/ 138167 w 235448"/>
                      <a:gd name="csY16" fmla="*/ 131662 h 153229"/>
                      <a:gd name="csX17" fmla="*/ 193454 w 235448"/>
                      <a:gd name="csY17" fmla="*/ 95349 h 153229"/>
                      <a:gd name="csX18" fmla="*/ 183481 w 235448"/>
                      <a:gd name="csY18" fmla="*/ 88824 h 153229"/>
                      <a:gd name="csX19" fmla="*/ 181330 w 235448"/>
                      <a:gd name="csY19" fmla="*/ 79797 h 153229"/>
                      <a:gd name="csX20" fmla="*/ 214539 w 235448"/>
                      <a:gd name="csY20" fmla="*/ 22277 h 153229"/>
                      <a:gd name="csX21" fmla="*/ 159254 w 235448"/>
                      <a:gd name="csY21" fmla="*/ 58589 h 153229"/>
                      <a:gd name="csX22" fmla="*/ 143240 w 235448"/>
                      <a:gd name="csY22" fmla="*/ 64252 h 153229"/>
                      <a:gd name="csX23" fmla="*/ 143229 w 235448"/>
                      <a:gd name="csY23" fmla="*/ 52957 h 153229"/>
                      <a:gd name="csX24" fmla="*/ 219968 w 235448"/>
                      <a:gd name="csY24" fmla="*/ 2554 h 153229"/>
                      <a:gd name="csX25" fmla="*/ 234064 w 235448"/>
                      <a:gd name="csY25" fmla="*/ 15469 h 153229"/>
                      <a:gd name="csX26" fmla="*/ 196219 w 235448"/>
                      <a:gd name="csY26" fmla="*/ 81018 h 153229"/>
                      <a:gd name="csX27" fmla="*/ 209468 w 235448"/>
                      <a:gd name="csY27" fmla="*/ 89687 h 153229"/>
                      <a:gd name="csX28" fmla="*/ 209478 w 235448"/>
                      <a:gd name="csY28" fmla="*/ 100982 h 153229"/>
                      <a:gd name="csX29" fmla="*/ 132737 w 235448"/>
                      <a:gd name="csY29" fmla="*/ 151386 h 153229"/>
                      <a:gd name="csX30" fmla="*/ 118643 w 235448"/>
                      <a:gd name="csY30" fmla="*/ 138469 h 153229"/>
                      <a:gd name="csX31" fmla="*/ 156488 w 235448"/>
                      <a:gd name="csY31" fmla="*/ 72917 h 153229"/>
                      <a:gd name="csX32" fmla="*/ 143240 w 235448"/>
                      <a:gd name="csY32" fmla="*/ 64252 h 1532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235448" h="153229">
                        <a:moveTo>
                          <a:pt x="90563" y="82418"/>
                        </a:moveTo>
                        <a:cubicBezTo>
                          <a:pt x="92432" y="85645"/>
                          <a:pt x="96562" y="86747"/>
                          <a:pt x="99790" y="84878"/>
                        </a:cubicBezTo>
                        <a:cubicBezTo>
                          <a:pt x="103018" y="83010"/>
                          <a:pt x="104119" y="78879"/>
                          <a:pt x="102251" y="75651"/>
                        </a:cubicBezTo>
                        <a:lnTo>
                          <a:pt x="62499" y="6985"/>
                        </a:lnTo>
                        <a:cubicBezTo>
                          <a:pt x="57105" y="-2329"/>
                          <a:pt x="46049" y="-2329"/>
                          <a:pt x="40660" y="6987"/>
                        </a:cubicBezTo>
                        <a:lnTo>
                          <a:pt x="910" y="75651"/>
                        </a:lnTo>
                        <a:cubicBezTo>
                          <a:pt x="-959" y="78879"/>
                          <a:pt x="143" y="83010"/>
                          <a:pt x="3370" y="84878"/>
                        </a:cubicBezTo>
                        <a:cubicBezTo>
                          <a:pt x="6598" y="86747"/>
                          <a:pt x="10729" y="85645"/>
                          <a:pt x="12597" y="82418"/>
                        </a:cubicBezTo>
                        <a:lnTo>
                          <a:pt x="51580" y="15081"/>
                        </a:lnTo>
                        <a:lnTo>
                          <a:pt x="90562" y="82418"/>
                        </a:lnTo>
                        <a:close/>
                        <a:moveTo>
                          <a:pt x="227785" y="13566"/>
                        </a:moveTo>
                        <a:lnTo>
                          <a:pt x="227599" y="13695"/>
                        </a:lnTo>
                        <a:cubicBezTo>
                          <a:pt x="227661" y="13654"/>
                          <a:pt x="227723" y="13611"/>
                          <a:pt x="227785" y="13566"/>
                        </a:cubicBezTo>
                        <a:close/>
                        <a:moveTo>
                          <a:pt x="159254" y="58589"/>
                        </a:moveTo>
                        <a:lnTo>
                          <a:pt x="169225" y="65111"/>
                        </a:lnTo>
                        <a:cubicBezTo>
                          <a:pt x="172224" y="67072"/>
                          <a:pt x="173169" y="71035"/>
                          <a:pt x="171377" y="74138"/>
                        </a:cubicBezTo>
                        <a:lnTo>
                          <a:pt x="138167" y="131662"/>
                        </a:lnTo>
                        <a:lnTo>
                          <a:pt x="193454" y="95349"/>
                        </a:lnTo>
                        <a:lnTo>
                          <a:pt x="183481" y="88824"/>
                        </a:lnTo>
                        <a:cubicBezTo>
                          <a:pt x="180482" y="86862"/>
                          <a:pt x="179538" y="82900"/>
                          <a:pt x="181330" y="79797"/>
                        </a:cubicBezTo>
                        <a:lnTo>
                          <a:pt x="214539" y="22277"/>
                        </a:lnTo>
                        <a:lnTo>
                          <a:pt x="159254" y="58589"/>
                        </a:lnTo>
                        <a:close/>
                        <a:moveTo>
                          <a:pt x="143240" y="64252"/>
                        </a:moveTo>
                        <a:cubicBezTo>
                          <a:pt x="139170" y="61589"/>
                          <a:pt x="139164" y="55627"/>
                          <a:pt x="143229" y="52957"/>
                        </a:cubicBezTo>
                        <a:lnTo>
                          <a:pt x="219968" y="2554"/>
                        </a:lnTo>
                        <a:cubicBezTo>
                          <a:pt x="228488" y="-3459"/>
                          <a:pt x="239327" y="6358"/>
                          <a:pt x="234064" y="15469"/>
                        </a:cubicBezTo>
                        <a:lnTo>
                          <a:pt x="196219" y="81018"/>
                        </a:lnTo>
                        <a:lnTo>
                          <a:pt x="209468" y="89687"/>
                        </a:lnTo>
                        <a:cubicBezTo>
                          <a:pt x="213537" y="92350"/>
                          <a:pt x="213543" y="98312"/>
                          <a:pt x="209478" y="100982"/>
                        </a:cubicBezTo>
                        <a:lnTo>
                          <a:pt x="132737" y="151386"/>
                        </a:lnTo>
                        <a:cubicBezTo>
                          <a:pt x="124218" y="157391"/>
                          <a:pt x="113380" y="147580"/>
                          <a:pt x="118643" y="138469"/>
                        </a:cubicBezTo>
                        <a:lnTo>
                          <a:pt x="156488" y="72917"/>
                        </a:lnTo>
                        <a:lnTo>
                          <a:pt x="143240" y="64252"/>
                        </a:ln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7537708-A2CF-EF2D-69FF-CD866E4DC951}"/>
                  </a:ext>
                </a:extLst>
              </p:cNvPr>
              <p:cNvSpPr txBox="1"/>
              <p:nvPr/>
            </p:nvSpPr>
            <p:spPr>
              <a:xfrm>
                <a:off x="1047746" y="5576059"/>
                <a:ext cx="60886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Utilities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7E71084-0DB6-3576-5A89-441B2EFA09C0}"/>
                </a:ext>
              </a:extLst>
            </p:cNvPr>
            <p:cNvGrpSpPr/>
            <p:nvPr/>
          </p:nvGrpSpPr>
          <p:grpSpPr>
            <a:xfrm>
              <a:off x="4164897" y="6058970"/>
              <a:ext cx="2010205" cy="302561"/>
              <a:chOff x="4003904" y="5987745"/>
              <a:chExt cx="2010205" cy="302561"/>
            </a:xfrm>
          </p:grpSpPr>
          <p:sp>
            <p:nvSpPr>
              <p:cNvPr id="216" name="Graphic 214">
                <a:extLst>
                  <a:ext uri="{FF2B5EF4-FFF2-40B4-BE49-F238E27FC236}">
                    <a16:creationId xmlns:a16="http://schemas.microsoft.com/office/drawing/2014/main" id="{2D66CBC1-6BBE-36E5-F4B5-C3607790F73C}"/>
                  </a:ext>
                </a:extLst>
              </p:cNvPr>
              <p:cNvSpPr/>
              <p:nvPr/>
            </p:nvSpPr>
            <p:spPr>
              <a:xfrm>
                <a:off x="4003904" y="5987745"/>
                <a:ext cx="374213" cy="302561"/>
              </a:xfrm>
              <a:custGeom>
                <a:avLst/>
                <a:gdLst>
                  <a:gd name="csX0" fmla="*/ 745712 w 1170527"/>
                  <a:gd name="csY0" fmla="*/ 222218 h 946404"/>
                  <a:gd name="csX1" fmla="*/ 921353 w 1170527"/>
                  <a:gd name="csY1" fmla="*/ 222218 h 946404"/>
                  <a:gd name="csX2" fmla="*/ 991172 w 1170527"/>
                  <a:gd name="csY2" fmla="*/ 259652 h 946404"/>
                  <a:gd name="csX3" fmla="*/ 1139095 w 1170527"/>
                  <a:gd name="csY3" fmla="*/ 478441 h 946404"/>
                  <a:gd name="csX4" fmla="*/ 1170527 w 1170527"/>
                  <a:gd name="csY4" fmla="*/ 569309 h 946404"/>
                  <a:gd name="csX5" fmla="*/ 1170527 w 1170527"/>
                  <a:gd name="csY5" fmla="*/ 750189 h 946404"/>
                  <a:gd name="csX6" fmla="*/ 1063943 w 1170527"/>
                  <a:gd name="csY6" fmla="*/ 856774 h 946404"/>
                  <a:gd name="csX7" fmla="*/ 1042226 w 1170527"/>
                  <a:gd name="csY7" fmla="*/ 856774 h 946404"/>
                  <a:gd name="csX8" fmla="*/ 1045083 w 1170527"/>
                  <a:gd name="csY8" fmla="*/ 827532 h 946404"/>
                  <a:gd name="csX9" fmla="*/ 893731 w 1170527"/>
                  <a:gd name="csY9" fmla="*/ 676180 h 946404"/>
                  <a:gd name="csX10" fmla="*/ 742379 w 1170527"/>
                  <a:gd name="csY10" fmla="*/ 827532 h 946404"/>
                  <a:gd name="csX11" fmla="*/ 745236 w 1170527"/>
                  <a:gd name="csY11" fmla="*/ 856774 h 946404"/>
                  <a:gd name="csX12" fmla="*/ 553784 w 1170527"/>
                  <a:gd name="csY12" fmla="*/ 856774 h 946404"/>
                  <a:gd name="csX13" fmla="*/ 556641 w 1170527"/>
                  <a:gd name="csY13" fmla="*/ 827532 h 946404"/>
                  <a:gd name="csX14" fmla="*/ 405289 w 1170527"/>
                  <a:gd name="csY14" fmla="*/ 676180 h 946404"/>
                  <a:gd name="csX15" fmla="*/ 253937 w 1170527"/>
                  <a:gd name="csY15" fmla="*/ 827532 h 946404"/>
                  <a:gd name="csX16" fmla="*/ 256794 w 1170527"/>
                  <a:gd name="csY16" fmla="*/ 856774 h 946404"/>
                  <a:gd name="csX17" fmla="*/ 231553 w 1170527"/>
                  <a:gd name="csY17" fmla="*/ 856774 h 946404"/>
                  <a:gd name="csX18" fmla="*/ 133541 w 1170527"/>
                  <a:gd name="csY18" fmla="*/ 758762 h 946404"/>
                  <a:gd name="csX19" fmla="*/ 133541 w 1170527"/>
                  <a:gd name="csY19" fmla="*/ 600551 h 946404"/>
                  <a:gd name="csX20" fmla="*/ 745712 w 1170527"/>
                  <a:gd name="csY20" fmla="*/ 600551 h 946404"/>
                  <a:gd name="csX21" fmla="*/ 745712 w 1170527"/>
                  <a:gd name="csY21" fmla="*/ 222218 h 946404"/>
                  <a:gd name="csX22" fmla="*/ 745712 w 1170527"/>
                  <a:gd name="csY22" fmla="*/ 222218 h 946404"/>
                  <a:gd name="csX23" fmla="*/ 893636 w 1170527"/>
                  <a:gd name="csY23" fmla="*/ 708565 h 946404"/>
                  <a:gd name="csX24" fmla="*/ 1012508 w 1170527"/>
                  <a:gd name="csY24" fmla="*/ 827532 h 946404"/>
                  <a:gd name="csX25" fmla="*/ 893636 w 1170527"/>
                  <a:gd name="csY25" fmla="*/ 946404 h 946404"/>
                  <a:gd name="csX26" fmla="*/ 774668 w 1170527"/>
                  <a:gd name="csY26" fmla="*/ 827532 h 946404"/>
                  <a:gd name="csX27" fmla="*/ 893636 w 1170527"/>
                  <a:gd name="csY27" fmla="*/ 708565 h 946404"/>
                  <a:gd name="csX28" fmla="*/ 893636 w 1170527"/>
                  <a:gd name="csY28" fmla="*/ 708565 h 946404"/>
                  <a:gd name="csX29" fmla="*/ 405194 w 1170527"/>
                  <a:gd name="csY29" fmla="*/ 708565 h 946404"/>
                  <a:gd name="csX30" fmla="*/ 524161 w 1170527"/>
                  <a:gd name="csY30" fmla="*/ 827532 h 946404"/>
                  <a:gd name="csX31" fmla="*/ 405194 w 1170527"/>
                  <a:gd name="csY31" fmla="*/ 946404 h 946404"/>
                  <a:gd name="csX32" fmla="*/ 286322 w 1170527"/>
                  <a:gd name="csY32" fmla="*/ 827532 h 946404"/>
                  <a:gd name="csX33" fmla="*/ 405194 w 1170527"/>
                  <a:gd name="csY33" fmla="*/ 708565 h 946404"/>
                  <a:gd name="csX34" fmla="*/ 405194 w 1170527"/>
                  <a:gd name="csY34" fmla="*/ 708565 h 946404"/>
                  <a:gd name="csX35" fmla="*/ 405194 w 1170527"/>
                  <a:gd name="csY35" fmla="*/ 792290 h 946404"/>
                  <a:gd name="csX36" fmla="*/ 440436 w 1170527"/>
                  <a:gd name="csY36" fmla="*/ 827532 h 946404"/>
                  <a:gd name="csX37" fmla="*/ 405194 w 1170527"/>
                  <a:gd name="csY37" fmla="*/ 862679 h 946404"/>
                  <a:gd name="csX38" fmla="*/ 370046 w 1170527"/>
                  <a:gd name="csY38" fmla="*/ 827532 h 946404"/>
                  <a:gd name="csX39" fmla="*/ 405194 w 1170527"/>
                  <a:gd name="csY39" fmla="*/ 792290 h 946404"/>
                  <a:gd name="csX40" fmla="*/ 405194 w 1170527"/>
                  <a:gd name="csY40" fmla="*/ 792290 h 946404"/>
                  <a:gd name="csX41" fmla="*/ 893636 w 1170527"/>
                  <a:gd name="csY41" fmla="*/ 791432 h 946404"/>
                  <a:gd name="csX42" fmla="*/ 929735 w 1170527"/>
                  <a:gd name="csY42" fmla="*/ 827532 h 946404"/>
                  <a:gd name="csX43" fmla="*/ 893636 w 1170527"/>
                  <a:gd name="csY43" fmla="*/ 863632 h 946404"/>
                  <a:gd name="csX44" fmla="*/ 857536 w 1170527"/>
                  <a:gd name="csY44" fmla="*/ 827532 h 946404"/>
                  <a:gd name="csX45" fmla="*/ 893636 w 1170527"/>
                  <a:gd name="csY45" fmla="*/ 791432 h 946404"/>
                  <a:gd name="csX46" fmla="*/ 893636 w 1170527"/>
                  <a:gd name="csY46" fmla="*/ 791432 h 946404"/>
                  <a:gd name="csX47" fmla="*/ 847820 w 1170527"/>
                  <a:gd name="csY47" fmla="*/ 308134 h 946404"/>
                  <a:gd name="csX48" fmla="*/ 881634 w 1170527"/>
                  <a:gd name="csY48" fmla="*/ 308134 h 946404"/>
                  <a:gd name="csX49" fmla="*/ 1026033 w 1170527"/>
                  <a:gd name="csY49" fmla="*/ 509302 h 946404"/>
                  <a:gd name="csX50" fmla="*/ 1026033 w 1170527"/>
                  <a:gd name="csY50" fmla="*/ 567785 h 946404"/>
                  <a:gd name="csX51" fmla="*/ 1000220 w 1170527"/>
                  <a:gd name="csY51" fmla="*/ 593598 h 946404"/>
                  <a:gd name="csX52" fmla="*/ 847820 w 1170527"/>
                  <a:gd name="csY52" fmla="*/ 593598 h 946404"/>
                  <a:gd name="csX53" fmla="*/ 821436 w 1170527"/>
                  <a:gd name="csY53" fmla="*/ 567214 h 946404"/>
                  <a:gd name="csX54" fmla="*/ 821436 w 1170527"/>
                  <a:gd name="csY54" fmla="*/ 334613 h 946404"/>
                  <a:gd name="csX55" fmla="*/ 847820 w 1170527"/>
                  <a:gd name="csY55" fmla="*/ 308134 h 946404"/>
                  <a:gd name="csX56" fmla="*/ 847820 w 1170527"/>
                  <a:gd name="csY56" fmla="*/ 308134 h 946404"/>
                  <a:gd name="csX57" fmla="*/ 53340 w 1170527"/>
                  <a:gd name="csY57" fmla="*/ 0 h 946404"/>
                  <a:gd name="csX58" fmla="*/ 665417 w 1170527"/>
                  <a:gd name="csY58" fmla="*/ 0 h 946404"/>
                  <a:gd name="csX59" fmla="*/ 718757 w 1170527"/>
                  <a:gd name="csY59" fmla="*/ 53340 h 946404"/>
                  <a:gd name="csX60" fmla="*/ 718757 w 1170527"/>
                  <a:gd name="csY60" fmla="*/ 519303 h 946404"/>
                  <a:gd name="csX61" fmla="*/ 665417 w 1170527"/>
                  <a:gd name="csY61" fmla="*/ 572643 h 946404"/>
                  <a:gd name="csX62" fmla="*/ 53340 w 1170527"/>
                  <a:gd name="csY62" fmla="*/ 572643 h 946404"/>
                  <a:gd name="csX63" fmla="*/ 0 w 1170527"/>
                  <a:gd name="csY63" fmla="*/ 519303 h 946404"/>
                  <a:gd name="csX64" fmla="*/ 0 w 1170527"/>
                  <a:gd name="csY64" fmla="*/ 53340 h 946404"/>
                  <a:gd name="csX65" fmla="*/ 53340 w 1170527"/>
                  <a:gd name="csY65" fmla="*/ 0 h 946404"/>
                  <a:gd name="csX66" fmla="*/ 53340 w 1170527"/>
                  <a:gd name="csY66" fmla="*/ 0 h 946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</a:cxnLst>
                <a:rect l="l" t="t" r="r" b="b"/>
                <a:pathLst>
                  <a:path w="1170527" h="946404">
                    <a:moveTo>
                      <a:pt x="745712" y="222218"/>
                    </a:moveTo>
                    <a:lnTo>
                      <a:pt x="921353" y="222218"/>
                    </a:lnTo>
                    <a:cubicBezTo>
                      <a:pt x="973931" y="222218"/>
                      <a:pt x="961644" y="215932"/>
                      <a:pt x="991172" y="259652"/>
                    </a:cubicBezTo>
                    <a:lnTo>
                      <a:pt x="1139095" y="478441"/>
                    </a:lnTo>
                    <a:cubicBezTo>
                      <a:pt x="1170051" y="524256"/>
                      <a:pt x="1170527" y="514350"/>
                      <a:pt x="1170527" y="569309"/>
                    </a:cubicBezTo>
                    <a:lnTo>
                      <a:pt x="1170527" y="750189"/>
                    </a:lnTo>
                    <a:cubicBezTo>
                      <a:pt x="1170527" y="808768"/>
                      <a:pt x="1122617" y="856774"/>
                      <a:pt x="1063943" y="856774"/>
                    </a:cubicBezTo>
                    <a:lnTo>
                      <a:pt x="1042226" y="856774"/>
                    </a:lnTo>
                    <a:cubicBezTo>
                      <a:pt x="1044131" y="847344"/>
                      <a:pt x="1045083" y="837533"/>
                      <a:pt x="1045083" y="827532"/>
                    </a:cubicBezTo>
                    <a:cubicBezTo>
                      <a:pt x="1045083" y="743998"/>
                      <a:pt x="977360" y="676180"/>
                      <a:pt x="893731" y="676180"/>
                    </a:cubicBezTo>
                    <a:cubicBezTo>
                      <a:pt x="810197" y="676180"/>
                      <a:pt x="742379" y="743903"/>
                      <a:pt x="742379" y="827532"/>
                    </a:cubicBezTo>
                    <a:cubicBezTo>
                      <a:pt x="742379" y="837533"/>
                      <a:pt x="743331" y="847249"/>
                      <a:pt x="745236" y="856774"/>
                    </a:cubicBezTo>
                    <a:lnTo>
                      <a:pt x="553784" y="856774"/>
                    </a:lnTo>
                    <a:cubicBezTo>
                      <a:pt x="555593" y="847344"/>
                      <a:pt x="556641" y="837533"/>
                      <a:pt x="556641" y="827532"/>
                    </a:cubicBezTo>
                    <a:cubicBezTo>
                      <a:pt x="556641" y="743998"/>
                      <a:pt x="488918" y="676180"/>
                      <a:pt x="405289" y="676180"/>
                    </a:cubicBezTo>
                    <a:cubicBezTo>
                      <a:pt x="321755" y="676180"/>
                      <a:pt x="253937" y="743903"/>
                      <a:pt x="253937" y="827532"/>
                    </a:cubicBezTo>
                    <a:cubicBezTo>
                      <a:pt x="253937" y="837533"/>
                      <a:pt x="254889" y="847249"/>
                      <a:pt x="256794" y="856774"/>
                    </a:cubicBezTo>
                    <a:lnTo>
                      <a:pt x="231553" y="856774"/>
                    </a:lnTo>
                    <a:cubicBezTo>
                      <a:pt x="177641" y="856774"/>
                      <a:pt x="133541" y="812673"/>
                      <a:pt x="133541" y="758762"/>
                    </a:cubicBezTo>
                    <a:lnTo>
                      <a:pt x="133541" y="600551"/>
                    </a:lnTo>
                    <a:lnTo>
                      <a:pt x="745712" y="600551"/>
                    </a:lnTo>
                    <a:lnTo>
                      <a:pt x="745712" y="222218"/>
                    </a:lnTo>
                    <a:lnTo>
                      <a:pt x="745712" y="222218"/>
                    </a:lnTo>
                    <a:close/>
                    <a:moveTo>
                      <a:pt x="893636" y="708565"/>
                    </a:moveTo>
                    <a:cubicBezTo>
                      <a:pt x="959263" y="708565"/>
                      <a:pt x="1012508" y="761810"/>
                      <a:pt x="1012508" y="827532"/>
                    </a:cubicBezTo>
                    <a:cubicBezTo>
                      <a:pt x="1012508" y="893159"/>
                      <a:pt x="959263" y="946404"/>
                      <a:pt x="893636" y="946404"/>
                    </a:cubicBezTo>
                    <a:cubicBezTo>
                      <a:pt x="827913" y="946404"/>
                      <a:pt x="774668" y="893159"/>
                      <a:pt x="774668" y="827532"/>
                    </a:cubicBezTo>
                    <a:cubicBezTo>
                      <a:pt x="774668" y="761810"/>
                      <a:pt x="827913" y="708565"/>
                      <a:pt x="893636" y="708565"/>
                    </a:cubicBezTo>
                    <a:lnTo>
                      <a:pt x="893636" y="708565"/>
                    </a:lnTo>
                    <a:close/>
                    <a:moveTo>
                      <a:pt x="405194" y="708565"/>
                    </a:moveTo>
                    <a:cubicBezTo>
                      <a:pt x="470916" y="708565"/>
                      <a:pt x="524161" y="761810"/>
                      <a:pt x="524161" y="827532"/>
                    </a:cubicBezTo>
                    <a:cubicBezTo>
                      <a:pt x="524161" y="893159"/>
                      <a:pt x="470916" y="946404"/>
                      <a:pt x="405194" y="946404"/>
                    </a:cubicBezTo>
                    <a:cubicBezTo>
                      <a:pt x="339566" y="946404"/>
                      <a:pt x="286322" y="893159"/>
                      <a:pt x="286322" y="827532"/>
                    </a:cubicBezTo>
                    <a:cubicBezTo>
                      <a:pt x="286322" y="761810"/>
                      <a:pt x="339566" y="708565"/>
                      <a:pt x="405194" y="708565"/>
                    </a:cubicBezTo>
                    <a:lnTo>
                      <a:pt x="405194" y="708565"/>
                    </a:lnTo>
                    <a:close/>
                    <a:moveTo>
                      <a:pt x="405194" y="792290"/>
                    </a:moveTo>
                    <a:cubicBezTo>
                      <a:pt x="424625" y="792290"/>
                      <a:pt x="440436" y="808006"/>
                      <a:pt x="440436" y="827532"/>
                    </a:cubicBezTo>
                    <a:cubicBezTo>
                      <a:pt x="440436" y="846963"/>
                      <a:pt x="424720" y="862679"/>
                      <a:pt x="405194" y="862679"/>
                    </a:cubicBezTo>
                    <a:cubicBezTo>
                      <a:pt x="385763" y="862679"/>
                      <a:pt x="370046" y="846868"/>
                      <a:pt x="370046" y="827532"/>
                    </a:cubicBezTo>
                    <a:cubicBezTo>
                      <a:pt x="370046" y="808006"/>
                      <a:pt x="385858" y="792290"/>
                      <a:pt x="405194" y="792290"/>
                    </a:cubicBezTo>
                    <a:lnTo>
                      <a:pt x="405194" y="792290"/>
                    </a:lnTo>
                    <a:close/>
                    <a:moveTo>
                      <a:pt x="893636" y="791432"/>
                    </a:moveTo>
                    <a:cubicBezTo>
                      <a:pt x="913543" y="791432"/>
                      <a:pt x="929735" y="807625"/>
                      <a:pt x="929735" y="827532"/>
                    </a:cubicBezTo>
                    <a:cubicBezTo>
                      <a:pt x="929735" y="847439"/>
                      <a:pt x="913543" y="863632"/>
                      <a:pt x="893636" y="863632"/>
                    </a:cubicBezTo>
                    <a:cubicBezTo>
                      <a:pt x="873728" y="863632"/>
                      <a:pt x="857536" y="847439"/>
                      <a:pt x="857536" y="827532"/>
                    </a:cubicBezTo>
                    <a:cubicBezTo>
                      <a:pt x="857536" y="807530"/>
                      <a:pt x="873728" y="791432"/>
                      <a:pt x="893636" y="791432"/>
                    </a:cubicBezTo>
                    <a:lnTo>
                      <a:pt x="893636" y="791432"/>
                    </a:lnTo>
                    <a:close/>
                    <a:moveTo>
                      <a:pt x="847820" y="308134"/>
                    </a:moveTo>
                    <a:lnTo>
                      <a:pt x="881634" y="308134"/>
                    </a:lnTo>
                    <a:lnTo>
                      <a:pt x="1026033" y="509302"/>
                    </a:lnTo>
                    <a:lnTo>
                      <a:pt x="1026033" y="567785"/>
                    </a:lnTo>
                    <a:cubicBezTo>
                      <a:pt x="1026033" y="581978"/>
                      <a:pt x="1014413" y="593598"/>
                      <a:pt x="1000220" y="593598"/>
                    </a:cubicBezTo>
                    <a:lnTo>
                      <a:pt x="847820" y="593598"/>
                    </a:lnTo>
                    <a:cubicBezTo>
                      <a:pt x="833247" y="593598"/>
                      <a:pt x="821436" y="581692"/>
                      <a:pt x="821436" y="567214"/>
                    </a:cubicBezTo>
                    <a:lnTo>
                      <a:pt x="821436" y="334613"/>
                    </a:lnTo>
                    <a:cubicBezTo>
                      <a:pt x="821341" y="320040"/>
                      <a:pt x="833247" y="308134"/>
                      <a:pt x="847820" y="308134"/>
                    </a:cubicBezTo>
                    <a:lnTo>
                      <a:pt x="847820" y="308134"/>
                    </a:lnTo>
                    <a:close/>
                    <a:moveTo>
                      <a:pt x="53340" y="0"/>
                    </a:moveTo>
                    <a:lnTo>
                      <a:pt x="665417" y="0"/>
                    </a:lnTo>
                    <a:cubicBezTo>
                      <a:pt x="694754" y="0"/>
                      <a:pt x="718757" y="24003"/>
                      <a:pt x="718757" y="53340"/>
                    </a:cubicBezTo>
                    <a:lnTo>
                      <a:pt x="718757" y="519303"/>
                    </a:lnTo>
                    <a:cubicBezTo>
                      <a:pt x="718757" y="548640"/>
                      <a:pt x="694754" y="572643"/>
                      <a:pt x="665417" y="572643"/>
                    </a:cubicBezTo>
                    <a:lnTo>
                      <a:pt x="53340" y="572643"/>
                    </a:lnTo>
                    <a:cubicBezTo>
                      <a:pt x="24003" y="572643"/>
                      <a:pt x="0" y="548640"/>
                      <a:pt x="0" y="519303"/>
                    </a:cubicBezTo>
                    <a:lnTo>
                      <a:pt x="0" y="53340"/>
                    </a:lnTo>
                    <a:cubicBezTo>
                      <a:pt x="0" y="24003"/>
                      <a:pt x="24003" y="0"/>
                      <a:pt x="53340" y="0"/>
                    </a:cubicBezTo>
                    <a:lnTo>
                      <a:pt x="53340" y="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3E828B4A-EDA8-E535-1B70-E03A81BFFF56}"/>
                  </a:ext>
                </a:extLst>
              </p:cNvPr>
              <p:cNvSpPr txBox="1"/>
              <p:nvPr/>
            </p:nvSpPr>
            <p:spPr>
              <a:xfrm>
                <a:off x="4466359" y="6000526"/>
                <a:ext cx="154775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Wholesale distribution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73487-6BEA-3E49-B662-AD0B9E60FD57}"/>
                </a:ext>
              </a:extLst>
            </p:cNvPr>
            <p:cNvGrpSpPr/>
            <p:nvPr/>
          </p:nvGrpSpPr>
          <p:grpSpPr>
            <a:xfrm>
              <a:off x="8022262" y="3909058"/>
              <a:ext cx="1431760" cy="437301"/>
              <a:chOff x="7959745" y="5997787"/>
              <a:chExt cx="1431760" cy="43730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C17D2A-6EF1-5A82-CED5-046CAAD5FC8D}"/>
                  </a:ext>
                </a:extLst>
              </p:cNvPr>
              <p:cNvSpPr txBox="1"/>
              <p:nvPr/>
            </p:nvSpPr>
            <p:spPr>
              <a:xfrm>
                <a:off x="8437969" y="6077938"/>
                <a:ext cx="9535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Mill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6" name="Graphic 4">
                <a:extLst>
                  <a:ext uri="{FF2B5EF4-FFF2-40B4-BE49-F238E27FC236}">
                    <a16:creationId xmlns:a16="http://schemas.microsoft.com/office/drawing/2014/main" id="{C21D8BED-EF02-5E9F-45A5-D2C85B6318CA}"/>
                  </a:ext>
                </a:extLst>
              </p:cNvPr>
              <p:cNvSpPr/>
              <p:nvPr/>
            </p:nvSpPr>
            <p:spPr>
              <a:xfrm>
                <a:off x="7959745" y="5997787"/>
                <a:ext cx="419468" cy="437301"/>
              </a:xfrm>
              <a:custGeom>
                <a:avLst/>
                <a:gdLst>
                  <a:gd name="csX0" fmla="*/ 114600 w 419468"/>
                  <a:gd name="csY0" fmla="*/ 299204 h 437301"/>
                  <a:gd name="csX1" fmla="*/ 124565 w 419468"/>
                  <a:gd name="csY1" fmla="*/ 309170 h 437301"/>
                  <a:gd name="csX2" fmla="*/ 124565 w 419468"/>
                  <a:gd name="csY2" fmla="*/ 318708 h 437301"/>
                  <a:gd name="csX3" fmla="*/ 116557 w 419468"/>
                  <a:gd name="csY3" fmla="*/ 326715 h 437301"/>
                  <a:gd name="csX4" fmla="*/ 121540 w 419468"/>
                  <a:gd name="csY4" fmla="*/ 339991 h 437301"/>
                  <a:gd name="csX5" fmla="*/ 131932 w 419468"/>
                  <a:gd name="csY5" fmla="*/ 339991 h 437301"/>
                  <a:gd name="csX6" fmla="*/ 138658 w 419468"/>
                  <a:gd name="csY6" fmla="*/ 346717 h 437301"/>
                  <a:gd name="csX7" fmla="*/ 138658 w 419468"/>
                  <a:gd name="csY7" fmla="*/ 360775 h 437301"/>
                  <a:gd name="csX8" fmla="*/ 131932 w 419468"/>
                  <a:gd name="csY8" fmla="*/ 367502 h 437301"/>
                  <a:gd name="csX9" fmla="*/ 120614 w 419468"/>
                  <a:gd name="csY9" fmla="*/ 367502 h 437301"/>
                  <a:gd name="csX10" fmla="*/ 114742 w 419468"/>
                  <a:gd name="csY10" fmla="*/ 380385 h 437301"/>
                  <a:gd name="csX11" fmla="*/ 122109 w 419468"/>
                  <a:gd name="csY11" fmla="*/ 387717 h 437301"/>
                  <a:gd name="csX12" fmla="*/ 122109 w 419468"/>
                  <a:gd name="csY12" fmla="*/ 397255 h 437301"/>
                  <a:gd name="csX13" fmla="*/ 112144 w 419468"/>
                  <a:gd name="csY13" fmla="*/ 407220 h 437301"/>
                  <a:gd name="csX14" fmla="*/ 102606 w 419468"/>
                  <a:gd name="csY14" fmla="*/ 407220 h 437301"/>
                  <a:gd name="csX15" fmla="*/ 94598 w 419468"/>
                  <a:gd name="csY15" fmla="*/ 399212 h 437301"/>
                  <a:gd name="csX16" fmla="*/ 81323 w 419468"/>
                  <a:gd name="csY16" fmla="*/ 404195 h 437301"/>
                  <a:gd name="csX17" fmla="*/ 81323 w 419468"/>
                  <a:gd name="csY17" fmla="*/ 414587 h 437301"/>
                  <a:gd name="csX18" fmla="*/ 74596 w 419468"/>
                  <a:gd name="csY18" fmla="*/ 421313 h 437301"/>
                  <a:gd name="csX19" fmla="*/ 60538 w 419468"/>
                  <a:gd name="csY19" fmla="*/ 421313 h 437301"/>
                  <a:gd name="csX20" fmla="*/ 53812 w 419468"/>
                  <a:gd name="csY20" fmla="*/ 414587 h 437301"/>
                  <a:gd name="csX21" fmla="*/ 53812 w 419468"/>
                  <a:gd name="csY21" fmla="*/ 403269 h 437301"/>
                  <a:gd name="csX22" fmla="*/ 40928 w 419468"/>
                  <a:gd name="csY22" fmla="*/ 397397 h 437301"/>
                  <a:gd name="csX23" fmla="*/ 33597 w 419468"/>
                  <a:gd name="csY23" fmla="*/ 404764 h 437301"/>
                  <a:gd name="csX24" fmla="*/ 24059 w 419468"/>
                  <a:gd name="csY24" fmla="*/ 404764 h 437301"/>
                  <a:gd name="csX25" fmla="*/ 14094 w 419468"/>
                  <a:gd name="csY25" fmla="*/ 394799 h 437301"/>
                  <a:gd name="csX26" fmla="*/ 14094 w 419468"/>
                  <a:gd name="csY26" fmla="*/ 385261 h 437301"/>
                  <a:gd name="csX27" fmla="*/ 22101 w 419468"/>
                  <a:gd name="csY27" fmla="*/ 377253 h 437301"/>
                  <a:gd name="csX28" fmla="*/ 17119 w 419468"/>
                  <a:gd name="csY28" fmla="*/ 363978 h 437301"/>
                  <a:gd name="csX29" fmla="*/ 6726 w 419468"/>
                  <a:gd name="csY29" fmla="*/ 363978 h 437301"/>
                  <a:gd name="csX30" fmla="*/ 0 w 419468"/>
                  <a:gd name="csY30" fmla="*/ 357252 h 437301"/>
                  <a:gd name="csX31" fmla="*/ 0 w 419468"/>
                  <a:gd name="csY31" fmla="*/ 343158 h 437301"/>
                  <a:gd name="csX32" fmla="*/ 6726 w 419468"/>
                  <a:gd name="csY32" fmla="*/ 336432 h 437301"/>
                  <a:gd name="csX33" fmla="*/ 18044 w 419468"/>
                  <a:gd name="csY33" fmla="*/ 336432 h 437301"/>
                  <a:gd name="csX34" fmla="*/ 23916 w 419468"/>
                  <a:gd name="csY34" fmla="*/ 323548 h 437301"/>
                  <a:gd name="csX35" fmla="*/ 16549 w 419468"/>
                  <a:gd name="csY35" fmla="*/ 316216 h 437301"/>
                  <a:gd name="csX36" fmla="*/ 16549 w 419468"/>
                  <a:gd name="csY36" fmla="*/ 306678 h 437301"/>
                  <a:gd name="csX37" fmla="*/ 26514 w 419468"/>
                  <a:gd name="csY37" fmla="*/ 296713 h 437301"/>
                  <a:gd name="csX38" fmla="*/ 36053 w 419468"/>
                  <a:gd name="csY38" fmla="*/ 296713 h 437301"/>
                  <a:gd name="csX39" fmla="*/ 44060 w 419468"/>
                  <a:gd name="csY39" fmla="*/ 304721 h 437301"/>
                  <a:gd name="csX40" fmla="*/ 57335 w 419468"/>
                  <a:gd name="csY40" fmla="*/ 299738 h 437301"/>
                  <a:gd name="csX41" fmla="*/ 57335 w 419468"/>
                  <a:gd name="csY41" fmla="*/ 289346 h 437301"/>
                  <a:gd name="csX42" fmla="*/ 64062 w 419468"/>
                  <a:gd name="csY42" fmla="*/ 282620 h 437301"/>
                  <a:gd name="csX43" fmla="*/ 78120 w 419468"/>
                  <a:gd name="csY43" fmla="*/ 282620 h 437301"/>
                  <a:gd name="csX44" fmla="*/ 84846 w 419468"/>
                  <a:gd name="csY44" fmla="*/ 289346 h 437301"/>
                  <a:gd name="csX45" fmla="*/ 84846 w 419468"/>
                  <a:gd name="csY45" fmla="*/ 300664 h 437301"/>
                  <a:gd name="csX46" fmla="*/ 97730 w 419468"/>
                  <a:gd name="csY46" fmla="*/ 306536 h 437301"/>
                  <a:gd name="csX47" fmla="*/ 105061 w 419468"/>
                  <a:gd name="csY47" fmla="*/ 299169 h 437301"/>
                  <a:gd name="csX48" fmla="*/ 114600 w 419468"/>
                  <a:gd name="csY48" fmla="*/ 299204 h 437301"/>
                  <a:gd name="csX49" fmla="*/ 114600 w 419468"/>
                  <a:gd name="csY49" fmla="*/ 299204 h 437301"/>
                  <a:gd name="csX50" fmla="*/ 114600 w 419468"/>
                  <a:gd name="csY50" fmla="*/ 299204 h 437301"/>
                  <a:gd name="csX51" fmla="*/ 242937 w 419468"/>
                  <a:gd name="csY51" fmla="*/ 419249 h 437301"/>
                  <a:gd name="csX52" fmla="*/ 234680 w 419468"/>
                  <a:gd name="csY52" fmla="*/ 425727 h 437301"/>
                  <a:gd name="csX53" fmla="*/ 243791 w 419468"/>
                  <a:gd name="csY53" fmla="*/ 437293 h 437301"/>
                  <a:gd name="csX54" fmla="*/ 262725 w 419468"/>
                  <a:gd name="csY54" fmla="*/ 435514 h 437301"/>
                  <a:gd name="csX55" fmla="*/ 263508 w 419468"/>
                  <a:gd name="csY55" fmla="*/ 417790 h 437301"/>
                  <a:gd name="csX56" fmla="*/ 260020 w 419468"/>
                  <a:gd name="csY56" fmla="*/ 417648 h 437301"/>
                  <a:gd name="csX57" fmla="*/ 242937 w 419468"/>
                  <a:gd name="csY57" fmla="*/ 419249 h 437301"/>
                  <a:gd name="csX58" fmla="*/ 242937 w 419468"/>
                  <a:gd name="csY58" fmla="*/ 419249 h 437301"/>
                  <a:gd name="csX59" fmla="*/ 181259 w 419468"/>
                  <a:gd name="csY59" fmla="*/ 414551 h 437301"/>
                  <a:gd name="csX60" fmla="*/ 171437 w 419468"/>
                  <a:gd name="csY60" fmla="*/ 428396 h 437301"/>
                  <a:gd name="csX61" fmla="*/ 176455 w 419468"/>
                  <a:gd name="csY61" fmla="*/ 431955 h 437301"/>
                  <a:gd name="csX62" fmla="*/ 195033 w 419468"/>
                  <a:gd name="csY62" fmla="*/ 436083 h 437301"/>
                  <a:gd name="csX63" fmla="*/ 204073 w 419468"/>
                  <a:gd name="csY63" fmla="*/ 432133 h 437301"/>
                  <a:gd name="csX64" fmla="*/ 197987 w 419468"/>
                  <a:gd name="csY64" fmla="*/ 418253 h 437301"/>
                  <a:gd name="csX65" fmla="*/ 181259 w 419468"/>
                  <a:gd name="csY65" fmla="*/ 414551 h 437301"/>
                  <a:gd name="csX66" fmla="*/ 181259 w 419468"/>
                  <a:gd name="csY66" fmla="*/ 414551 h 437301"/>
                  <a:gd name="csX67" fmla="*/ 371025 w 419468"/>
                  <a:gd name="csY67" fmla="*/ 229484 h 437301"/>
                  <a:gd name="csX68" fmla="*/ 387966 w 419468"/>
                  <a:gd name="csY68" fmla="*/ 230943 h 437301"/>
                  <a:gd name="csX69" fmla="*/ 388500 w 419468"/>
                  <a:gd name="csY69" fmla="*/ 224822 h 437301"/>
                  <a:gd name="csX70" fmla="*/ 382663 w 419468"/>
                  <a:gd name="csY70" fmla="*/ 206706 h 437301"/>
                  <a:gd name="csX71" fmla="*/ 374726 w 419468"/>
                  <a:gd name="csY71" fmla="*/ 200941 h 437301"/>
                  <a:gd name="csX72" fmla="*/ 365793 w 419468"/>
                  <a:gd name="csY72" fmla="*/ 213219 h 437301"/>
                  <a:gd name="csX73" fmla="*/ 371025 w 419468"/>
                  <a:gd name="csY73" fmla="*/ 229484 h 437301"/>
                  <a:gd name="csX74" fmla="*/ 371025 w 419468"/>
                  <a:gd name="csY74" fmla="*/ 229484 h 437301"/>
                  <a:gd name="csX75" fmla="*/ 344332 w 419468"/>
                  <a:gd name="csY75" fmla="*/ 176633 h 437301"/>
                  <a:gd name="csX76" fmla="*/ 360597 w 419468"/>
                  <a:gd name="csY76" fmla="*/ 169230 h 437301"/>
                  <a:gd name="csX77" fmla="*/ 359494 w 419468"/>
                  <a:gd name="csY77" fmla="*/ 166774 h 437301"/>
                  <a:gd name="csX78" fmla="*/ 348390 w 419468"/>
                  <a:gd name="csY78" fmla="*/ 151400 h 437301"/>
                  <a:gd name="csX79" fmla="*/ 332517 w 419468"/>
                  <a:gd name="csY79" fmla="*/ 158980 h 437301"/>
                  <a:gd name="csX80" fmla="*/ 334332 w 419468"/>
                  <a:gd name="csY80" fmla="*/ 162753 h 437301"/>
                  <a:gd name="csX81" fmla="*/ 344332 w 419468"/>
                  <a:gd name="csY81" fmla="*/ 176633 h 437301"/>
                  <a:gd name="csX82" fmla="*/ 344332 w 419468"/>
                  <a:gd name="csY82" fmla="*/ 176633 h 437301"/>
                  <a:gd name="csX83" fmla="*/ 414480 w 419468"/>
                  <a:gd name="csY83" fmla="*/ 271800 h 437301"/>
                  <a:gd name="csX84" fmla="*/ 416794 w 419468"/>
                  <a:gd name="csY84" fmla="*/ 272227 h 437301"/>
                  <a:gd name="csX85" fmla="*/ 418787 w 419468"/>
                  <a:gd name="csY85" fmla="*/ 275181 h 437301"/>
                  <a:gd name="csX86" fmla="*/ 419463 w 419468"/>
                  <a:gd name="csY86" fmla="*/ 368925 h 437301"/>
                  <a:gd name="csX87" fmla="*/ 417897 w 419468"/>
                  <a:gd name="csY87" fmla="*/ 371843 h 437301"/>
                  <a:gd name="csX88" fmla="*/ 379602 w 419468"/>
                  <a:gd name="csY88" fmla="*/ 394692 h 437301"/>
                  <a:gd name="csX89" fmla="*/ 377645 w 419468"/>
                  <a:gd name="csY89" fmla="*/ 395333 h 437301"/>
                  <a:gd name="csX90" fmla="*/ 377111 w 419468"/>
                  <a:gd name="csY90" fmla="*/ 395297 h 437301"/>
                  <a:gd name="csX91" fmla="*/ 277779 w 419468"/>
                  <a:gd name="csY91" fmla="*/ 384264 h 437301"/>
                  <a:gd name="csX92" fmla="*/ 274719 w 419468"/>
                  <a:gd name="csY92" fmla="*/ 381026 h 437301"/>
                  <a:gd name="csX93" fmla="*/ 274719 w 419468"/>
                  <a:gd name="csY93" fmla="*/ 285680 h 437301"/>
                  <a:gd name="csX94" fmla="*/ 274719 w 419468"/>
                  <a:gd name="csY94" fmla="*/ 285680 h 437301"/>
                  <a:gd name="csX95" fmla="*/ 276640 w 419468"/>
                  <a:gd name="csY95" fmla="*/ 282620 h 437301"/>
                  <a:gd name="csX96" fmla="*/ 326466 w 419468"/>
                  <a:gd name="csY96" fmla="*/ 260696 h 437301"/>
                  <a:gd name="csX97" fmla="*/ 326466 w 419468"/>
                  <a:gd name="csY97" fmla="*/ 260696 h 437301"/>
                  <a:gd name="csX98" fmla="*/ 328175 w 419468"/>
                  <a:gd name="csY98" fmla="*/ 260447 h 437301"/>
                  <a:gd name="csX99" fmla="*/ 414480 w 419468"/>
                  <a:gd name="csY99" fmla="*/ 271800 h 437301"/>
                  <a:gd name="csX100" fmla="*/ 414480 w 419468"/>
                  <a:gd name="csY100" fmla="*/ 271800 h 437301"/>
                  <a:gd name="csX101" fmla="*/ 414480 w 419468"/>
                  <a:gd name="csY101" fmla="*/ 271800 h 437301"/>
                  <a:gd name="csX102" fmla="*/ 133640 w 419468"/>
                  <a:gd name="csY102" fmla="*/ 146666 h 437301"/>
                  <a:gd name="csX103" fmla="*/ 300913 w 419468"/>
                  <a:gd name="csY103" fmla="*/ 146666 h 437301"/>
                  <a:gd name="csX104" fmla="*/ 300913 w 419468"/>
                  <a:gd name="csY104" fmla="*/ 156062 h 437301"/>
                  <a:gd name="csX105" fmla="*/ 133640 w 419468"/>
                  <a:gd name="csY105" fmla="*/ 156062 h 437301"/>
                  <a:gd name="csX106" fmla="*/ 133640 w 419468"/>
                  <a:gd name="csY106" fmla="*/ 146666 h 437301"/>
                  <a:gd name="csX107" fmla="*/ 133640 w 419468"/>
                  <a:gd name="csY107" fmla="*/ 146666 h 437301"/>
                  <a:gd name="csX108" fmla="*/ 219376 w 419468"/>
                  <a:gd name="csY108" fmla="*/ 25162 h 437301"/>
                  <a:gd name="csX109" fmla="*/ 217348 w 419468"/>
                  <a:gd name="csY109" fmla="*/ 44701 h 437301"/>
                  <a:gd name="csX110" fmla="*/ 239307 w 419468"/>
                  <a:gd name="csY110" fmla="*/ 44701 h 437301"/>
                  <a:gd name="csX111" fmla="*/ 237314 w 419468"/>
                  <a:gd name="csY111" fmla="*/ 25162 h 437301"/>
                  <a:gd name="csX112" fmla="*/ 219376 w 419468"/>
                  <a:gd name="csY112" fmla="*/ 25162 h 437301"/>
                  <a:gd name="csX113" fmla="*/ 219376 w 419468"/>
                  <a:gd name="csY113" fmla="*/ 25162 h 437301"/>
                  <a:gd name="csX114" fmla="*/ 219376 w 419468"/>
                  <a:gd name="csY114" fmla="*/ 25162 h 437301"/>
                  <a:gd name="csX115" fmla="*/ 161649 w 419468"/>
                  <a:gd name="csY115" fmla="*/ 0 h 437301"/>
                  <a:gd name="csX116" fmla="*/ 158838 w 419468"/>
                  <a:gd name="csY116" fmla="*/ 27333 h 437301"/>
                  <a:gd name="csX117" fmla="*/ 189516 w 419468"/>
                  <a:gd name="csY117" fmla="*/ 27333 h 437301"/>
                  <a:gd name="csX118" fmla="*/ 186669 w 419468"/>
                  <a:gd name="csY118" fmla="*/ 0 h 437301"/>
                  <a:gd name="csX119" fmla="*/ 161649 w 419468"/>
                  <a:gd name="csY119" fmla="*/ 0 h 437301"/>
                  <a:gd name="csX120" fmla="*/ 161649 w 419468"/>
                  <a:gd name="csY120" fmla="*/ 0 h 437301"/>
                  <a:gd name="csX121" fmla="*/ 161649 w 419468"/>
                  <a:gd name="csY121" fmla="*/ 0 h 437301"/>
                  <a:gd name="csX122" fmla="*/ 158304 w 419468"/>
                  <a:gd name="csY122" fmla="*/ 32494 h 437301"/>
                  <a:gd name="csX123" fmla="*/ 156880 w 419468"/>
                  <a:gd name="csY123" fmla="*/ 45911 h 437301"/>
                  <a:gd name="csX124" fmla="*/ 191403 w 419468"/>
                  <a:gd name="csY124" fmla="*/ 45911 h 437301"/>
                  <a:gd name="csX125" fmla="*/ 190015 w 419468"/>
                  <a:gd name="csY125" fmla="*/ 32494 h 437301"/>
                  <a:gd name="csX126" fmla="*/ 158304 w 419468"/>
                  <a:gd name="csY126" fmla="*/ 32494 h 437301"/>
                  <a:gd name="csX127" fmla="*/ 158304 w 419468"/>
                  <a:gd name="csY127" fmla="*/ 32494 h 437301"/>
                  <a:gd name="csX128" fmla="*/ 158304 w 419468"/>
                  <a:gd name="csY128" fmla="*/ 32494 h 437301"/>
                  <a:gd name="csX129" fmla="*/ 156347 w 419468"/>
                  <a:gd name="csY129" fmla="*/ 51143 h 437301"/>
                  <a:gd name="csX130" fmla="*/ 154282 w 419468"/>
                  <a:gd name="csY130" fmla="*/ 75344 h 437301"/>
                  <a:gd name="csX131" fmla="*/ 141363 w 419468"/>
                  <a:gd name="csY131" fmla="*/ 72959 h 437301"/>
                  <a:gd name="csX132" fmla="*/ 141363 w 419468"/>
                  <a:gd name="csY132" fmla="*/ 142004 h 437301"/>
                  <a:gd name="csX133" fmla="*/ 293119 w 419468"/>
                  <a:gd name="csY133" fmla="*/ 142004 h 437301"/>
                  <a:gd name="csX134" fmla="*/ 293119 w 419468"/>
                  <a:gd name="csY134" fmla="*/ 96805 h 437301"/>
                  <a:gd name="csX135" fmla="*/ 242937 w 419468"/>
                  <a:gd name="csY135" fmla="*/ 91608 h 437301"/>
                  <a:gd name="csX136" fmla="*/ 241086 w 419468"/>
                  <a:gd name="csY136" fmla="*/ 61713 h 437301"/>
                  <a:gd name="csX137" fmla="*/ 215604 w 419468"/>
                  <a:gd name="csY137" fmla="*/ 61713 h 437301"/>
                  <a:gd name="csX138" fmla="*/ 214358 w 419468"/>
                  <a:gd name="csY138" fmla="*/ 86341 h 437301"/>
                  <a:gd name="csX139" fmla="*/ 194819 w 419468"/>
                  <a:gd name="csY139" fmla="*/ 82747 h 437301"/>
                  <a:gd name="csX140" fmla="*/ 191972 w 419468"/>
                  <a:gd name="csY140" fmla="*/ 51107 h 437301"/>
                  <a:gd name="csX141" fmla="*/ 156347 w 419468"/>
                  <a:gd name="csY141" fmla="*/ 51107 h 437301"/>
                  <a:gd name="csX142" fmla="*/ 156347 w 419468"/>
                  <a:gd name="csY142" fmla="*/ 51143 h 437301"/>
                  <a:gd name="csX143" fmla="*/ 156347 w 419468"/>
                  <a:gd name="csY143" fmla="*/ 51143 h 437301"/>
                  <a:gd name="csX144" fmla="*/ 216992 w 419468"/>
                  <a:gd name="csY144" fmla="*/ 48402 h 437301"/>
                  <a:gd name="csX145" fmla="*/ 215995 w 419468"/>
                  <a:gd name="csY145" fmla="*/ 58012 h 437301"/>
                  <a:gd name="csX146" fmla="*/ 240730 w 419468"/>
                  <a:gd name="csY146" fmla="*/ 58012 h 437301"/>
                  <a:gd name="csX147" fmla="*/ 239734 w 419468"/>
                  <a:gd name="csY147" fmla="*/ 48402 h 437301"/>
                  <a:gd name="csX148" fmla="*/ 216992 w 419468"/>
                  <a:gd name="csY148" fmla="*/ 48402 h 437301"/>
                  <a:gd name="csX149" fmla="*/ 216992 w 419468"/>
                  <a:gd name="csY149" fmla="*/ 48402 h 437301"/>
                  <a:gd name="csX150" fmla="*/ 382058 w 419468"/>
                  <a:gd name="csY150" fmla="*/ 300343 h 437301"/>
                  <a:gd name="csX151" fmla="*/ 382058 w 419468"/>
                  <a:gd name="csY151" fmla="*/ 384051 h 437301"/>
                  <a:gd name="csX152" fmla="*/ 410636 w 419468"/>
                  <a:gd name="csY152" fmla="*/ 367252 h 437301"/>
                  <a:gd name="csX153" fmla="*/ 409996 w 419468"/>
                  <a:gd name="csY153" fmla="*/ 282833 h 437301"/>
                  <a:gd name="csX154" fmla="*/ 382058 w 419468"/>
                  <a:gd name="csY154" fmla="*/ 300343 h 437301"/>
                  <a:gd name="csX155" fmla="*/ 382058 w 419468"/>
                  <a:gd name="csY155" fmla="*/ 300343 h 437301"/>
                  <a:gd name="csX156" fmla="*/ 382058 w 419468"/>
                  <a:gd name="csY156" fmla="*/ 300343 h 437301"/>
                  <a:gd name="csX157" fmla="*/ 370918 w 419468"/>
                  <a:gd name="csY157" fmla="*/ 386151 h 437301"/>
                  <a:gd name="csX158" fmla="*/ 370918 w 419468"/>
                  <a:gd name="csY158" fmla="*/ 301233 h 437301"/>
                  <a:gd name="csX159" fmla="*/ 332054 w 419468"/>
                  <a:gd name="csY159" fmla="*/ 295823 h 437301"/>
                  <a:gd name="csX160" fmla="*/ 330666 w 419468"/>
                  <a:gd name="csY160" fmla="*/ 336325 h 437301"/>
                  <a:gd name="csX161" fmla="*/ 315789 w 419468"/>
                  <a:gd name="csY161" fmla="*/ 326182 h 437301"/>
                  <a:gd name="csX162" fmla="*/ 300913 w 419468"/>
                  <a:gd name="csY162" fmla="*/ 334581 h 437301"/>
                  <a:gd name="csX163" fmla="*/ 303973 w 419468"/>
                  <a:gd name="csY163" fmla="*/ 292229 h 437301"/>
                  <a:gd name="csX164" fmla="*/ 283509 w 419468"/>
                  <a:gd name="csY164" fmla="*/ 289310 h 437301"/>
                  <a:gd name="csX165" fmla="*/ 283509 w 419468"/>
                  <a:gd name="csY165" fmla="*/ 375758 h 437301"/>
                  <a:gd name="csX166" fmla="*/ 370918 w 419468"/>
                  <a:gd name="csY166" fmla="*/ 386151 h 437301"/>
                  <a:gd name="csX167" fmla="*/ 370918 w 419468"/>
                  <a:gd name="csY167" fmla="*/ 386151 h 437301"/>
                  <a:gd name="csX168" fmla="*/ 370918 w 419468"/>
                  <a:gd name="csY168" fmla="*/ 386151 h 437301"/>
                  <a:gd name="csX169" fmla="*/ 365366 w 419468"/>
                  <a:gd name="csY169" fmla="*/ 274505 h 437301"/>
                  <a:gd name="csX170" fmla="*/ 336467 w 419468"/>
                  <a:gd name="csY170" fmla="*/ 289915 h 437301"/>
                  <a:gd name="csX171" fmla="*/ 374762 w 419468"/>
                  <a:gd name="csY171" fmla="*/ 295112 h 437301"/>
                  <a:gd name="csX172" fmla="*/ 400920 w 419468"/>
                  <a:gd name="csY172" fmla="*/ 279488 h 437301"/>
                  <a:gd name="csX173" fmla="*/ 365366 w 419468"/>
                  <a:gd name="csY173" fmla="*/ 274505 h 437301"/>
                  <a:gd name="csX174" fmla="*/ 365366 w 419468"/>
                  <a:gd name="csY174" fmla="*/ 274505 h 437301"/>
                  <a:gd name="csX175" fmla="*/ 365366 w 419468"/>
                  <a:gd name="csY175" fmla="*/ 274505 h 437301"/>
                  <a:gd name="csX176" fmla="*/ 309134 w 419468"/>
                  <a:gd name="csY176" fmla="*/ 285075 h 437301"/>
                  <a:gd name="csX177" fmla="*/ 337108 w 419468"/>
                  <a:gd name="csY177" fmla="*/ 270626 h 437301"/>
                  <a:gd name="csX178" fmla="*/ 325932 w 419468"/>
                  <a:gd name="csY178" fmla="*/ 269309 h 437301"/>
                  <a:gd name="csX179" fmla="*/ 290876 w 419468"/>
                  <a:gd name="csY179" fmla="*/ 282762 h 437301"/>
                  <a:gd name="csX180" fmla="*/ 309134 w 419468"/>
                  <a:gd name="csY180" fmla="*/ 285075 h 437301"/>
                  <a:gd name="csX181" fmla="*/ 309134 w 419468"/>
                  <a:gd name="csY181" fmla="*/ 285075 h 437301"/>
                  <a:gd name="csX182" fmla="*/ 66980 w 419468"/>
                  <a:gd name="csY182" fmla="*/ 177558 h 437301"/>
                  <a:gd name="csX183" fmla="*/ 65379 w 419468"/>
                  <a:gd name="csY183" fmla="*/ 166917 h 437301"/>
                  <a:gd name="csX184" fmla="*/ 51036 w 419468"/>
                  <a:gd name="csY184" fmla="*/ 169088 h 437301"/>
                  <a:gd name="csX185" fmla="*/ 42993 w 419468"/>
                  <a:gd name="csY185" fmla="*/ 186278 h 437301"/>
                  <a:gd name="csX186" fmla="*/ 57264 w 419468"/>
                  <a:gd name="csY186" fmla="*/ 196528 h 437301"/>
                  <a:gd name="csX187" fmla="*/ 59720 w 419468"/>
                  <a:gd name="csY187" fmla="*/ 193075 h 437301"/>
                  <a:gd name="csX188" fmla="*/ 66980 w 419468"/>
                  <a:gd name="csY188" fmla="*/ 177558 h 437301"/>
                  <a:gd name="csX189" fmla="*/ 66980 w 419468"/>
                  <a:gd name="csY189" fmla="*/ 177558 h 437301"/>
                  <a:gd name="csX190" fmla="*/ 101502 w 419468"/>
                  <a:gd name="csY190" fmla="*/ 135526 h 437301"/>
                  <a:gd name="csX191" fmla="*/ 104172 w 419468"/>
                  <a:gd name="csY191" fmla="*/ 127910 h 437301"/>
                  <a:gd name="csX192" fmla="*/ 88904 w 419468"/>
                  <a:gd name="csY192" fmla="*/ 122536 h 437301"/>
                  <a:gd name="csX193" fmla="*/ 75913 w 419468"/>
                  <a:gd name="csY193" fmla="*/ 136416 h 437301"/>
                  <a:gd name="csX194" fmla="*/ 80398 w 419468"/>
                  <a:gd name="csY194" fmla="*/ 150937 h 437301"/>
                  <a:gd name="csX195" fmla="*/ 89758 w 419468"/>
                  <a:gd name="csY195" fmla="*/ 148018 h 437301"/>
                  <a:gd name="csX196" fmla="*/ 101502 w 419468"/>
                  <a:gd name="csY196" fmla="*/ 135526 h 437301"/>
                  <a:gd name="csX197" fmla="*/ 101502 w 419468"/>
                  <a:gd name="csY197" fmla="*/ 135526 h 437301"/>
                  <a:gd name="csX198" fmla="*/ 51392 w 419468"/>
                  <a:gd name="csY198" fmla="*/ 230729 h 437301"/>
                  <a:gd name="csX199" fmla="*/ 46587 w 419468"/>
                  <a:gd name="csY199" fmla="*/ 221085 h 437301"/>
                  <a:gd name="csX200" fmla="*/ 33597 w 419468"/>
                  <a:gd name="csY200" fmla="*/ 227562 h 437301"/>
                  <a:gd name="csX201" fmla="*/ 31248 w 419468"/>
                  <a:gd name="csY201" fmla="*/ 246496 h 437301"/>
                  <a:gd name="csX202" fmla="*/ 34914 w 419468"/>
                  <a:gd name="csY202" fmla="*/ 254361 h 437301"/>
                  <a:gd name="csX203" fmla="*/ 49292 w 419468"/>
                  <a:gd name="csY203" fmla="*/ 247670 h 437301"/>
                  <a:gd name="csX204" fmla="*/ 51392 w 419468"/>
                  <a:gd name="csY204" fmla="*/ 230729 h 437301"/>
                  <a:gd name="csX205" fmla="*/ 51392 w 419468"/>
                  <a:gd name="csY205" fmla="*/ 230729 h 437301"/>
                  <a:gd name="csX206" fmla="*/ 69294 w 419468"/>
                  <a:gd name="csY206" fmla="*/ 324295 h 437301"/>
                  <a:gd name="csX207" fmla="*/ 96983 w 419468"/>
                  <a:gd name="csY207" fmla="*/ 351984 h 437301"/>
                  <a:gd name="csX208" fmla="*/ 69294 w 419468"/>
                  <a:gd name="csY208" fmla="*/ 379673 h 437301"/>
                  <a:gd name="csX209" fmla="*/ 41605 w 419468"/>
                  <a:gd name="csY209" fmla="*/ 351984 h 437301"/>
                  <a:gd name="csX210" fmla="*/ 69294 w 419468"/>
                  <a:gd name="csY210" fmla="*/ 324295 h 437301"/>
                  <a:gd name="csX211" fmla="*/ 69294 w 419468"/>
                  <a:gd name="csY211" fmla="*/ 324295 h 4373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</a:cxnLst>
                <a:rect l="l" t="t" r="r" b="b"/>
                <a:pathLst>
                  <a:path w="419468" h="437301">
                    <a:moveTo>
                      <a:pt x="114600" y="299204"/>
                    </a:moveTo>
                    <a:lnTo>
                      <a:pt x="124565" y="309170"/>
                    </a:lnTo>
                    <a:cubicBezTo>
                      <a:pt x="127198" y="311803"/>
                      <a:pt x="127198" y="316074"/>
                      <a:pt x="124565" y="318708"/>
                    </a:cubicBezTo>
                    <a:lnTo>
                      <a:pt x="116557" y="326715"/>
                    </a:lnTo>
                    <a:cubicBezTo>
                      <a:pt x="118799" y="330879"/>
                      <a:pt x="120472" y="335364"/>
                      <a:pt x="121540" y="339991"/>
                    </a:cubicBezTo>
                    <a:lnTo>
                      <a:pt x="131932" y="339991"/>
                    </a:lnTo>
                    <a:cubicBezTo>
                      <a:pt x="135633" y="339991"/>
                      <a:pt x="138658" y="343016"/>
                      <a:pt x="138658" y="346717"/>
                    </a:cubicBezTo>
                    <a:lnTo>
                      <a:pt x="138658" y="360775"/>
                    </a:lnTo>
                    <a:cubicBezTo>
                      <a:pt x="138658" y="364476"/>
                      <a:pt x="135633" y="367502"/>
                      <a:pt x="131932" y="367502"/>
                    </a:cubicBezTo>
                    <a:lnTo>
                      <a:pt x="120614" y="367502"/>
                    </a:lnTo>
                    <a:cubicBezTo>
                      <a:pt x="119226" y="372021"/>
                      <a:pt x="117269" y="376363"/>
                      <a:pt x="114742" y="380385"/>
                    </a:cubicBezTo>
                    <a:lnTo>
                      <a:pt x="122109" y="387717"/>
                    </a:lnTo>
                    <a:cubicBezTo>
                      <a:pt x="124743" y="390350"/>
                      <a:pt x="124743" y="394621"/>
                      <a:pt x="122109" y="397255"/>
                    </a:cubicBezTo>
                    <a:lnTo>
                      <a:pt x="112144" y="407220"/>
                    </a:lnTo>
                    <a:cubicBezTo>
                      <a:pt x="109510" y="409854"/>
                      <a:pt x="105239" y="409854"/>
                      <a:pt x="102606" y="407220"/>
                    </a:cubicBezTo>
                    <a:lnTo>
                      <a:pt x="94598" y="399212"/>
                    </a:lnTo>
                    <a:cubicBezTo>
                      <a:pt x="90434" y="401454"/>
                      <a:pt x="85950" y="403127"/>
                      <a:pt x="81323" y="404195"/>
                    </a:cubicBezTo>
                    <a:lnTo>
                      <a:pt x="81323" y="414587"/>
                    </a:lnTo>
                    <a:cubicBezTo>
                      <a:pt x="81323" y="418288"/>
                      <a:pt x="78298" y="421313"/>
                      <a:pt x="74596" y="421313"/>
                    </a:cubicBezTo>
                    <a:lnTo>
                      <a:pt x="60538" y="421313"/>
                    </a:lnTo>
                    <a:cubicBezTo>
                      <a:pt x="56837" y="421313"/>
                      <a:pt x="53812" y="418288"/>
                      <a:pt x="53812" y="414587"/>
                    </a:cubicBezTo>
                    <a:lnTo>
                      <a:pt x="53812" y="403269"/>
                    </a:lnTo>
                    <a:cubicBezTo>
                      <a:pt x="49292" y="401881"/>
                      <a:pt x="44950" y="399924"/>
                      <a:pt x="40928" y="397397"/>
                    </a:cubicBezTo>
                    <a:lnTo>
                      <a:pt x="33597" y="404764"/>
                    </a:lnTo>
                    <a:cubicBezTo>
                      <a:pt x="30963" y="407398"/>
                      <a:pt x="26692" y="407398"/>
                      <a:pt x="24059" y="404764"/>
                    </a:cubicBezTo>
                    <a:lnTo>
                      <a:pt x="14094" y="394799"/>
                    </a:lnTo>
                    <a:cubicBezTo>
                      <a:pt x="11460" y="392165"/>
                      <a:pt x="11460" y="387895"/>
                      <a:pt x="14094" y="385261"/>
                    </a:cubicBezTo>
                    <a:lnTo>
                      <a:pt x="22101" y="377253"/>
                    </a:lnTo>
                    <a:cubicBezTo>
                      <a:pt x="19859" y="373089"/>
                      <a:pt x="18186" y="368605"/>
                      <a:pt x="17119" y="363978"/>
                    </a:cubicBezTo>
                    <a:lnTo>
                      <a:pt x="6726" y="363978"/>
                    </a:lnTo>
                    <a:cubicBezTo>
                      <a:pt x="3025" y="363978"/>
                      <a:pt x="0" y="360953"/>
                      <a:pt x="0" y="357252"/>
                    </a:cubicBezTo>
                    <a:lnTo>
                      <a:pt x="0" y="343158"/>
                    </a:lnTo>
                    <a:cubicBezTo>
                      <a:pt x="0" y="339457"/>
                      <a:pt x="3025" y="336432"/>
                      <a:pt x="6726" y="336432"/>
                    </a:cubicBezTo>
                    <a:lnTo>
                      <a:pt x="18044" y="336432"/>
                    </a:lnTo>
                    <a:cubicBezTo>
                      <a:pt x="19432" y="331912"/>
                      <a:pt x="21390" y="327534"/>
                      <a:pt x="23916" y="323548"/>
                    </a:cubicBezTo>
                    <a:lnTo>
                      <a:pt x="16549" y="316216"/>
                    </a:lnTo>
                    <a:cubicBezTo>
                      <a:pt x="13916" y="313583"/>
                      <a:pt x="13916" y="309312"/>
                      <a:pt x="16549" y="306678"/>
                    </a:cubicBezTo>
                    <a:lnTo>
                      <a:pt x="26514" y="296713"/>
                    </a:lnTo>
                    <a:cubicBezTo>
                      <a:pt x="29148" y="294080"/>
                      <a:pt x="33419" y="294080"/>
                      <a:pt x="36053" y="296713"/>
                    </a:cubicBezTo>
                    <a:lnTo>
                      <a:pt x="44060" y="304721"/>
                    </a:lnTo>
                    <a:cubicBezTo>
                      <a:pt x="48189" y="302514"/>
                      <a:pt x="52637" y="300806"/>
                      <a:pt x="57335" y="299738"/>
                    </a:cubicBezTo>
                    <a:lnTo>
                      <a:pt x="57335" y="289346"/>
                    </a:lnTo>
                    <a:cubicBezTo>
                      <a:pt x="57335" y="285645"/>
                      <a:pt x="60360" y="282620"/>
                      <a:pt x="64062" y="282620"/>
                    </a:cubicBezTo>
                    <a:lnTo>
                      <a:pt x="78120" y="282620"/>
                    </a:lnTo>
                    <a:cubicBezTo>
                      <a:pt x="81821" y="282620"/>
                      <a:pt x="84846" y="285645"/>
                      <a:pt x="84846" y="289346"/>
                    </a:cubicBezTo>
                    <a:lnTo>
                      <a:pt x="84846" y="300664"/>
                    </a:lnTo>
                    <a:cubicBezTo>
                      <a:pt x="89366" y="302052"/>
                      <a:pt x="93744" y="304009"/>
                      <a:pt x="97730" y="306536"/>
                    </a:cubicBezTo>
                    <a:lnTo>
                      <a:pt x="105061" y="299169"/>
                    </a:lnTo>
                    <a:cubicBezTo>
                      <a:pt x="107695" y="296606"/>
                      <a:pt x="111966" y="296606"/>
                      <a:pt x="114600" y="299204"/>
                    </a:cubicBezTo>
                    <a:lnTo>
                      <a:pt x="114600" y="299204"/>
                    </a:lnTo>
                    <a:lnTo>
                      <a:pt x="114600" y="299204"/>
                    </a:lnTo>
                    <a:close/>
                    <a:moveTo>
                      <a:pt x="242937" y="419249"/>
                    </a:moveTo>
                    <a:cubicBezTo>
                      <a:pt x="239093" y="419427"/>
                      <a:pt x="235783" y="422061"/>
                      <a:pt x="234680" y="425727"/>
                    </a:cubicBezTo>
                    <a:cubicBezTo>
                      <a:pt x="232936" y="431706"/>
                      <a:pt x="237563" y="437542"/>
                      <a:pt x="243791" y="437293"/>
                    </a:cubicBezTo>
                    <a:cubicBezTo>
                      <a:pt x="250090" y="437044"/>
                      <a:pt x="256497" y="436475"/>
                      <a:pt x="262725" y="435514"/>
                    </a:cubicBezTo>
                    <a:cubicBezTo>
                      <a:pt x="272441" y="433877"/>
                      <a:pt x="273153" y="420353"/>
                      <a:pt x="263508" y="417790"/>
                    </a:cubicBezTo>
                    <a:cubicBezTo>
                      <a:pt x="262333" y="417505"/>
                      <a:pt x="261230" y="417470"/>
                      <a:pt x="260020" y="417648"/>
                    </a:cubicBezTo>
                    <a:cubicBezTo>
                      <a:pt x="254290" y="418502"/>
                      <a:pt x="248631" y="419036"/>
                      <a:pt x="242937" y="419249"/>
                    </a:cubicBezTo>
                    <a:lnTo>
                      <a:pt x="242937" y="419249"/>
                    </a:lnTo>
                    <a:close/>
                    <a:moveTo>
                      <a:pt x="181259" y="414551"/>
                    </a:moveTo>
                    <a:cubicBezTo>
                      <a:pt x="173181" y="412238"/>
                      <a:pt x="166632" y="421527"/>
                      <a:pt x="171437" y="428396"/>
                    </a:cubicBezTo>
                    <a:cubicBezTo>
                      <a:pt x="172611" y="430140"/>
                      <a:pt x="174426" y="431385"/>
                      <a:pt x="176455" y="431955"/>
                    </a:cubicBezTo>
                    <a:cubicBezTo>
                      <a:pt x="182612" y="433663"/>
                      <a:pt x="188733" y="434980"/>
                      <a:pt x="195033" y="436083"/>
                    </a:cubicBezTo>
                    <a:cubicBezTo>
                      <a:pt x="198556" y="436653"/>
                      <a:pt x="202115" y="435158"/>
                      <a:pt x="204073" y="432133"/>
                    </a:cubicBezTo>
                    <a:cubicBezTo>
                      <a:pt x="207667" y="426723"/>
                      <a:pt x="204393" y="419249"/>
                      <a:pt x="197987" y="418253"/>
                    </a:cubicBezTo>
                    <a:cubicBezTo>
                      <a:pt x="192292" y="417327"/>
                      <a:pt x="186740" y="416117"/>
                      <a:pt x="181259" y="414551"/>
                    </a:cubicBezTo>
                    <a:lnTo>
                      <a:pt x="181259" y="414551"/>
                    </a:lnTo>
                    <a:close/>
                    <a:moveTo>
                      <a:pt x="371025" y="229484"/>
                    </a:moveTo>
                    <a:cubicBezTo>
                      <a:pt x="373231" y="237598"/>
                      <a:pt x="384264" y="238630"/>
                      <a:pt x="387966" y="230943"/>
                    </a:cubicBezTo>
                    <a:cubicBezTo>
                      <a:pt x="388855" y="228914"/>
                      <a:pt x="389033" y="226993"/>
                      <a:pt x="388500" y="224822"/>
                    </a:cubicBezTo>
                    <a:cubicBezTo>
                      <a:pt x="386898" y="218736"/>
                      <a:pt x="384905" y="212579"/>
                      <a:pt x="382663" y="206706"/>
                    </a:cubicBezTo>
                    <a:cubicBezTo>
                      <a:pt x="381417" y="203396"/>
                      <a:pt x="378285" y="201119"/>
                      <a:pt x="374726" y="200941"/>
                    </a:cubicBezTo>
                    <a:cubicBezTo>
                      <a:pt x="368178" y="200585"/>
                      <a:pt x="363444" y="207098"/>
                      <a:pt x="365793" y="213219"/>
                    </a:cubicBezTo>
                    <a:cubicBezTo>
                      <a:pt x="367786" y="218487"/>
                      <a:pt x="369601" y="223967"/>
                      <a:pt x="371025" y="229484"/>
                    </a:cubicBezTo>
                    <a:lnTo>
                      <a:pt x="371025" y="229484"/>
                    </a:lnTo>
                    <a:close/>
                    <a:moveTo>
                      <a:pt x="344332" y="176633"/>
                    </a:moveTo>
                    <a:cubicBezTo>
                      <a:pt x="350027" y="185103"/>
                      <a:pt x="363195" y="179409"/>
                      <a:pt x="360597" y="169230"/>
                    </a:cubicBezTo>
                    <a:cubicBezTo>
                      <a:pt x="360348" y="168305"/>
                      <a:pt x="359992" y="167593"/>
                      <a:pt x="359494" y="166774"/>
                    </a:cubicBezTo>
                    <a:cubicBezTo>
                      <a:pt x="356042" y="161436"/>
                      <a:pt x="352340" y="156347"/>
                      <a:pt x="348390" y="151400"/>
                    </a:cubicBezTo>
                    <a:cubicBezTo>
                      <a:pt x="342517" y="144139"/>
                      <a:pt x="330702" y="149442"/>
                      <a:pt x="332517" y="158980"/>
                    </a:cubicBezTo>
                    <a:cubicBezTo>
                      <a:pt x="332837" y="160404"/>
                      <a:pt x="333406" y="161614"/>
                      <a:pt x="334332" y="162753"/>
                    </a:cubicBezTo>
                    <a:cubicBezTo>
                      <a:pt x="337855" y="167237"/>
                      <a:pt x="341201" y="171793"/>
                      <a:pt x="344332" y="176633"/>
                    </a:cubicBezTo>
                    <a:lnTo>
                      <a:pt x="344332" y="176633"/>
                    </a:lnTo>
                    <a:close/>
                    <a:moveTo>
                      <a:pt x="414480" y="271800"/>
                    </a:moveTo>
                    <a:cubicBezTo>
                      <a:pt x="415263" y="271658"/>
                      <a:pt x="416082" y="271800"/>
                      <a:pt x="416794" y="272227"/>
                    </a:cubicBezTo>
                    <a:cubicBezTo>
                      <a:pt x="417968" y="272726"/>
                      <a:pt x="418787" y="273864"/>
                      <a:pt x="418787" y="275181"/>
                    </a:cubicBezTo>
                    <a:lnTo>
                      <a:pt x="419463" y="368925"/>
                    </a:lnTo>
                    <a:cubicBezTo>
                      <a:pt x="419534" y="370064"/>
                      <a:pt x="418964" y="371203"/>
                      <a:pt x="417897" y="371843"/>
                    </a:cubicBezTo>
                    <a:lnTo>
                      <a:pt x="379602" y="394692"/>
                    </a:lnTo>
                    <a:cubicBezTo>
                      <a:pt x="379068" y="395084"/>
                      <a:pt x="378392" y="395333"/>
                      <a:pt x="377645" y="395333"/>
                    </a:cubicBezTo>
                    <a:cubicBezTo>
                      <a:pt x="377467" y="395333"/>
                      <a:pt x="377289" y="395333"/>
                      <a:pt x="377111" y="395297"/>
                    </a:cubicBezTo>
                    <a:lnTo>
                      <a:pt x="277779" y="384264"/>
                    </a:lnTo>
                    <a:cubicBezTo>
                      <a:pt x="276071" y="384158"/>
                      <a:pt x="274719" y="382770"/>
                      <a:pt x="274719" y="381026"/>
                    </a:cubicBezTo>
                    <a:lnTo>
                      <a:pt x="274719" y="285680"/>
                    </a:lnTo>
                    <a:lnTo>
                      <a:pt x="274719" y="285680"/>
                    </a:lnTo>
                    <a:cubicBezTo>
                      <a:pt x="274683" y="284399"/>
                      <a:pt x="275395" y="283153"/>
                      <a:pt x="276640" y="282620"/>
                    </a:cubicBezTo>
                    <a:lnTo>
                      <a:pt x="326466" y="260696"/>
                    </a:lnTo>
                    <a:lnTo>
                      <a:pt x="326466" y="260696"/>
                    </a:lnTo>
                    <a:cubicBezTo>
                      <a:pt x="327000" y="260483"/>
                      <a:pt x="327570" y="260376"/>
                      <a:pt x="328175" y="260447"/>
                    </a:cubicBezTo>
                    <a:lnTo>
                      <a:pt x="414480" y="271800"/>
                    </a:lnTo>
                    <a:lnTo>
                      <a:pt x="414480" y="271800"/>
                    </a:lnTo>
                    <a:lnTo>
                      <a:pt x="414480" y="271800"/>
                    </a:lnTo>
                    <a:close/>
                    <a:moveTo>
                      <a:pt x="133640" y="146666"/>
                    </a:moveTo>
                    <a:lnTo>
                      <a:pt x="300913" y="146666"/>
                    </a:lnTo>
                    <a:lnTo>
                      <a:pt x="300913" y="156062"/>
                    </a:lnTo>
                    <a:lnTo>
                      <a:pt x="133640" y="156062"/>
                    </a:lnTo>
                    <a:lnTo>
                      <a:pt x="133640" y="146666"/>
                    </a:lnTo>
                    <a:lnTo>
                      <a:pt x="133640" y="146666"/>
                    </a:lnTo>
                    <a:close/>
                    <a:moveTo>
                      <a:pt x="219376" y="25162"/>
                    </a:moveTo>
                    <a:lnTo>
                      <a:pt x="217348" y="44701"/>
                    </a:lnTo>
                    <a:lnTo>
                      <a:pt x="239307" y="44701"/>
                    </a:lnTo>
                    <a:lnTo>
                      <a:pt x="237314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close/>
                    <a:moveTo>
                      <a:pt x="161649" y="0"/>
                    </a:moveTo>
                    <a:lnTo>
                      <a:pt x="158838" y="27333"/>
                    </a:lnTo>
                    <a:lnTo>
                      <a:pt x="189516" y="27333"/>
                    </a:lnTo>
                    <a:lnTo>
                      <a:pt x="186669" y="0"/>
                    </a:lnTo>
                    <a:lnTo>
                      <a:pt x="161649" y="0"/>
                    </a:lnTo>
                    <a:lnTo>
                      <a:pt x="161649" y="0"/>
                    </a:lnTo>
                    <a:lnTo>
                      <a:pt x="161649" y="0"/>
                    </a:lnTo>
                    <a:close/>
                    <a:moveTo>
                      <a:pt x="158304" y="32494"/>
                    </a:moveTo>
                    <a:lnTo>
                      <a:pt x="156880" y="45911"/>
                    </a:lnTo>
                    <a:lnTo>
                      <a:pt x="191403" y="45911"/>
                    </a:lnTo>
                    <a:lnTo>
                      <a:pt x="190015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close/>
                    <a:moveTo>
                      <a:pt x="156347" y="51143"/>
                    </a:moveTo>
                    <a:lnTo>
                      <a:pt x="154282" y="75344"/>
                    </a:lnTo>
                    <a:lnTo>
                      <a:pt x="141363" y="72959"/>
                    </a:lnTo>
                    <a:lnTo>
                      <a:pt x="141363" y="142004"/>
                    </a:lnTo>
                    <a:lnTo>
                      <a:pt x="293119" y="142004"/>
                    </a:lnTo>
                    <a:lnTo>
                      <a:pt x="293119" y="96805"/>
                    </a:lnTo>
                    <a:lnTo>
                      <a:pt x="242937" y="91608"/>
                    </a:lnTo>
                    <a:lnTo>
                      <a:pt x="241086" y="61713"/>
                    </a:lnTo>
                    <a:lnTo>
                      <a:pt x="215604" y="61713"/>
                    </a:lnTo>
                    <a:lnTo>
                      <a:pt x="214358" y="86341"/>
                    </a:lnTo>
                    <a:lnTo>
                      <a:pt x="194819" y="82747"/>
                    </a:lnTo>
                    <a:lnTo>
                      <a:pt x="191972" y="51107"/>
                    </a:lnTo>
                    <a:lnTo>
                      <a:pt x="156347" y="51107"/>
                    </a:lnTo>
                    <a:lnTo>
                      <a:pt x="156347" y="51143"/>
                    </a:lnTo>
                    <a:lnTo>
                      <a:pt x="156347" y="51143"/>
                    </a:lnTo>
                    <a:close/>
                    <a:moveTo>
                      <a:pt x="216992" y="48402"/>
                    </a:moveTo>
                    <a:lnTo>
                      <a:pt x="215995" y="58012"/>
                    </a:lnTo>
                    <a:lnTo>
                      <a:pt x="240730" y="58012"/>
                    </a:lnTo>
                    <a:lnTo>
                      <a:pt x="239734" y="48402"/>
                    </a:lnTo>
                    <a:lnTo>
                      <a:pt x="216992" y="48402"/>
                    </a:lnTo>
                    <a:lnTo>
                      <a:pt x="216992" y="48402"/>
                    </a:lnTo>
                    <a:close/>
                    <a:moveTo>
                      <a:pt x="382058" y="300343"/>
                    </a:moveTo>
                    <a:lnTo>
                      <a:pt x="382058" y="384051"/>
                    </a:lnTo>
                    <a:lnTo>
                      <a:pt x="410636" y="367252"/>
                    </a:lnTo>
                    <a:lnTo>
                      <a:pt x="409996" y="28283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close/>
                    <a:moveTo>
                      <a:pt x="370918" y="386151"/>
                    </a:moveTo>
                    <a:lnTo>
                      <a:pt x="370918" y="301233"/>
                    </a:lnTo>
                    <a:lnTo>
                      <a:pt x="332054" y="295823"/>
                    </a:lnTo>
                    <a:lnTo>
                      <a:pt x="330666" y="336325"/>
                    </a:lnTo>
                    <a:lnTo>
                      <a:pt x="315789" y="326182"/>
                    </a:lnTo>
                    <a:lnTo>
                      <a:pt x="300913" y="334581"/>
                    </a:lnTo>
                    <a:lnTo>
                      <a:pt x="303973" y="292229"/>
                    </a:lnTo>
                    <a:lnTo>
                      <a:pt x="283509" y="289310"/>
                    </a:lnTo>
                    <a:lnTo>
                      <a:pt x="283509" y="375758"/>
                    </a:lnTo>
                    <a:lnTo>
                      <a:pt x="370918" y="386151"/>
                    </a:lnTo>
                    <a:lnTo>
                      <a:pt x="370918" y="386151"/>
                    </a:lnTo>
                    <a:lnTo>
                      <a:pt x="370918" y="386151"/>
                    </a:lnTo>
                    <a:close/>
                    <a:moveTo>
                      <a:pt x="365366" y="274505"/>
                    </a:moveTo>
                    <a:lnTo>
                      <a:pt x="336467" y="289915"/>
                    </a:lnTo>
                    <a:lnTo>
                      <a:pt x="374762" y="295112"/>
                    </a:lnTo>
                    <a:lnTo>
                      <a:pt x="400920" y="279488"/>
                    </a:lnTo>
                    <a:lnTo>
                      <a:pt x="365366" y="274505"/>
                    </a:lnTo>
                    <a:lnTo>
                      <a:pt x="365366" y="274505"/>
                    </a:lnTo>
                    <a:lnTo>
                      <a:pt x="365366" y="274505"/>
                    </a:lnTo>
                    <a:close/>
                    <a:moveTo>
                      <a:pt x="309134" y="285075"/>
                    </a:moveTo>
                    <a:lnTo>
                      <a:pt x="337108" y="270626"/>
                    </a:lnTo>
                    <a:lnTo>
                      <a:pt x="325932" y="269309"/>
                    </a:lnTo>
                    <a:lnTo>
                      <a:pt x="290876" y="282762"/>
                    </a:lnTo>
                    <a:lnTo>
                      <a:pt x="309134" y="285075"/>
                    </a:lnTo>
                    <a:lnTo>
                      <a:pt x="309134" y="285075"/>
                    </a:lnTo>
                    <a:close/>
                    <a:moveTo>
                      <a:pt x="66980" y="177558"/>
                    </a:moveTo>
                    <a:cubicBezTo>
                      <a:pt x="68866" y="174035"/>
                      <a:pt x="68190" y="169728"/>
                      <a:pt x="65379" y="166917"/>
                    </a:cubicBezTo>
                    <a:cubicBezTo>
                      <a:pt x="61037" y="162646"/>
                      <a:pt x="53883" y="163714"/>
                      <a:pt x="51036" y="169088"/>
                    </a:cubicBezTo>
                    <a:cubicBezTo>
                      <a:pt x="48046" y="174675"/>
                      <a:pt x="45377" y="180370"/>
                      <a:pt x="42993" y="186278"/>
                    </a:cubicBezTo>
                    <a:cubicBezTo>
                      <a:pt x="39505" y="194890"/>
                      <a:pt x="49826" y="202685"/>
                      <a:pt x="57264" y="196528"/>
                    </a:cubicBezTo>
                    <a:cubicBezTo>
                      <a:pt x="58367" y="195567"/>
                      <a:pt x="59186" y="194463"/>
                      <a:pt x="59720" y="193075"/>
                    </a:cubicBezTo>
                    <a:cubicBezTo>
                      <a:pt x="61891" y="187772"/>
                      <a:pt x="64275" y="182612"/>
                      <a:pt x="66980" y="177558"/>
                    </a:cubicBezTo>
                    <a:lnTo>
                      <a:pt x="66980" y="177558"/>
                    </a:lnTo>
                    <a:close/>
                    <a:moveTo>
                      <a:pt x="101502" y="135526"/>
                    </a:moveTo>
                    <a:cubicBezTo>
                      <a:pt x="103602" y="133498"/>
                      <a:pt x="104456" y="130793"/>
                      <a:pt x="104172" y="127910"/>
                    </a:cubicBezTo>
                    <a:cubicBezTo>
                      <a:pt x="103211" y="120472"/>
                      <a:pt x="94242" y="117376"/>
                      <a:pt x="88904" y="122536"/>
                    </a:cubicBezTo>
                    <a:cubicBezTo>
                      <a:pt x="84348" y="126949"/>
                      <a:pt x="80006" y="131540"/>
                      <a:pt x="75913" y="136416"/>
                    </a:cubicBezTo>
                    <a:cubicBezTo>
                      <a:pt x="71678" y="141470"/>
                      <a:pt x="74098" y="149086"/>
                      <a:pt x="80398" y="150937"/>
                    </a:cubicBezTo>
                    <a:cubicBezTo>
                      <a:pt x="83921" y="151862"/>
                      <a:pt x="87373" y="150794"/>
                      <a:pt x="89758" y="148018"/>
                    </a:cubicBezTo>
                    <a:cubicBezTo>
                      <a:pt x="93530" y="143641"/>
                      <a:pt x="97374" y="139512"/>
                      <a:pt x="101502" y="135526"/>
                    </a:cubicBezTo>
                    <a:lnTo>
                      <a:pt x="101502" y="135526"/>
                    </a:lnTo>
                    <a:close/>
                    <a:moveTo>
                      <a:pt x="51392" y="230729"/>
                    </a:moveTo>
                    <a:cubicBezTo>
                      <a:pt x="52068" y="226815"/>
                      <a:pt x="50146" y="222900"/>
                      <a:pt x="46587" y="221085"/>
                    </a:cubicBezTo>
                    <a:cubicBezTo>
                      <a:pt x="41213" y="218380"/>
                      <a:pt x="34593" y="221618"/>
                      <a:pt x="33597" y="227562"/>
                    </a:cubicBezTo>
                    <a:cubicBezTo>
                      <a:pt x="32458" y="233897"/>
                      <a:pt x="31746" y="240090"/>
                      <a:pt x="31248" y="246496"/>
                    </a:cubicBezTo>
                    <a:cubicBezTo>
                      <a:pt x="31070" y="249592"/>
                      <a:pt x="32422" y="252546"/>
                      <a:pt x="34914" y="254361"/>
                    </a:cubicBezTo>
                    <a:cubicBezTo>
                      <a:pt x="40644" y="258596"/>
                      <a:pt x="48865" y="254753"/>
                      <a:pt x="49292" y="247670"/>
                    </a:cubicBezTo>
                    <a:cubicBezTo>
                      <a:pt x="49719" y="242011"/>
                      <a:pt x="50395" y="236353"/>
                      <a:pt x="51392" y="230729"/>
                    </a:cubicBezTo>
                    <a:lnTo>
                      <a:pt x="51392" y="230729"/>
                    </a:lnTo>
                    <a:close/>
                    <a:moveTo>
                      <a:pt x="69294" y="324295"/>
                    </a:moveTo>
                    <a:cubicBezTo>
                      <a:pt x="84562" y="324295"/>
                      <a:pt x="96983" y="336681"/>
                      <a:pt x="96983" y="351984"/>
                    </a:cubicBezTo>
                    <a:cubicBezTo>
                      <a:pt x="96983" y="367252"/>
                      <a:pt x="84597" y="379673"/>
                      <a:pt x="69294" y="379673"/>
                    </a:cubicBezTo>
                    <a:cubicBezTo>
                      <a:pt x="54025" y="379673"/>
                      <a:pt x="41605" y="367288"/>
                      <a:pt x="41605" y="351984"/>
                    </a:cubicBezTo>
                    <a:cubicBezTo>
                      <a:pt x="41605" y="336681"/>
                      <a:pt x="53990" y="324295"/>
                      <a:pt x="69294" y="324295"/>
                    </a:cubicBezTo>
                    <a:lnTo>
                      <a:pt x="69294" y="32429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55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70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77-F10F-A727-C1B2-3B2C49E3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3AB761D-9A07-8E0E-4F23-A4B6AB7585E5}"/>
              </a:ext>
            </a:extLst>
          </p:cNvPr>
          <p:cNvSpPr txBox="1">
            <a:spLocks/>
          </p:cNvSpPr>
          <p:nvPr/>
        </p:nvSpPr>
        <p:spPr bwMode="black">
          <a:xfrm>
            <a:off x="794937" y="411145"/>
            <a:ext cx="4995607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Trusted By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DB885F-01D1-156F-5AB0-0EE63B543C26}"/>
              </a:ext>
            </a:extLst>
          </p:cNvPr>
          <p:cNvGrpSpPr/>
          <p:nvPr/>
        </p:nvGrpSpPr>
        <p:grpSpPr>
          <a:xfrm>
            <a:off x="-40640" y="2102352"/>
            <a:ext cx="17556480" cy="6306574"/>
            <a:chOff x="-76200" y="1478216"/>
            <a:chExt cx="12344400" cy="44343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05B2A6-342A-E7FB-587F-307E8A43CA3E}"/>
                </a:ext>
              </a:extLst>
            </p:cNvPr>
            <p:cNvSpPr/>
            <p:nvPr/>
          </p:nvSpPr>
          <p:spPr bwMode="auto">
            <a:xfrm>
              <a:off x="-76200" y="1478216"/>
              <a:ext cx="12344400" cy="443431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60096" tIns="208077" rIns="260096" bIns="20807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1326162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44" kern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Arial" panose="020B0604020202020204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85FD0D-380E-BAA4-42F5-6F94970118B2}"/>
                </a:ext>
              </a:extLst>
            </p:cNvPr>
            <p:cNvGrpSpPr/>
            <p:nvPr/>
          </p:nvGrpSpPr>
          <p:grpSpPr>
            <a:xfrm>
              <a:off x="805151" y="1535935"/>
              <a:ext cx="10581698" cy="4306644"/>
              <a:chOff x="1040946" y="1535935"/>
              <a:chExt cx="10581698" cy="430664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BF93A88-36B7-580D-E720-4B7C2B63DBC4}"/>
                  </a:ext>
                </a:extLst>
              </p:cNvPr>
              <p:cNvGrpSpPr/>
              <p:nvPr/>
            </p:nvGrpSpPr>
            <p:grpSpPr>
              <a:xfrm>
                <a:off x="2527743" y="1653601"/>
                <a:ext cx="960995" cy="4064698"/>
                <a:chOff x="2552843" y="1653601"/>
                <a:chExt cx="960995" cy="4064698"/>
              </a:xfrm>
            </p:grpSpPr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1BFD971D-3501-4593-C0CA-1B3490C87C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719051" y="3530238"/>
                  <a:ext cx="628578" cy="218893"/>
                </a:xfrm>
                <a:prstGeom prst="rect">
                  <a:avLst/>
                </a:prstGeom>
              </p:spPr>
            </p:pic>
            <p:pic>
              <p:nvPicPr>
                <p:cNvPr id="115" name="Picture 114">
                  <a:extLst>
                    <a:ext uri="{FF2B5EF4-FFF2-40B4-BE49-F238E27FC236}">
                      <a16:creationId xmlns:a16="http://schemas.microsoft.com/office/drawing/2014/main" id="{DAD827A5-1B44-204F-34C7-88120E2F9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556488" y="1653601"/>
                  <a:ext cx="953704" cy="214479"/>
                </a:xfrm>
                <a:prstGeom prst="rect">
                  <a:avLst/>
                </a:prstGeom>
              </p:spPr>
            </p:pic>
            <p:pic>
              <p:nvPicPr>
                <p:cNvPr id="127" name="Picture 126">
                  <a:extLst>
                    <a:ext uri="{FF2B5EF4-FFF2-40B4-BE49-F238E27FC236}">
                      <a16:creationId xmlns:a16="http://schemas.microsoft.com/office/drawing/2014/main" id="{B179ACF0-D65E-9274-51D1-E8A49453E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385" y="5506922"/>
                  <a:ext cx="487910" cy="211377"/>
                </a:xfrm>
                <a:prstGeom prst="rect">
                  <a:avLst/>
                </a:prstGeom>
              </p:spPr>
            </p:pic>
            <p:pic>
              <p:nvPicPr>
                <p:cNvPr id="129" name="Graphic 128">
                  <a:extLst>
                    <a:ext uri="{FF2B5EF4-FFF2-40B4-BE49-F238E27FC236}">
                      <a16:creationId xmlns:a16="http://schemas.microsoft.com/office/drawing/2014/main" id="{71E7729E-9BA9-E3F4-D9F1-DFA2C9CC4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18232" y="2141956"/>
                  <a:ext cx="830217" cy="219014"/>
                </a:xfrm>
                <a:prstGeom prst="rect">
                  <a:avLst/>
                </a:prstGeom>
              </p:spPr>
            </p:pic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AB01946F-3143-B00C-B2B0-59FDD7115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2116" y="5009130"/>
                  <a:ext cx="502449" cy="223918"/>
                </a:xfrm>
                <a:prstGeom prst="rect">
                  <a:avLst/>
                </a:prstGeom>
              </p:spPr>
            </p:pic>
            <p:sp>
              <p:nvSpPr>
                <p:cNvPr id="140" name="Graphic 135">
                  <a:extLst>
                    <a:ext uri="{FF2B5EF4-FFF2-40B4-BE49-F238E27FC236}">
                      <a16:creationId xmlns:a16="http://schemas.microsoft.com/office/drawing/2014/main" id="{3A68A9BF-909F-1925-D97E-B2ACD8503EAC}"/>
                    </a:ext>
                  </a:extLst>
                </p:cNvPr>
                <p:cNvSpPr/>
                <p:nvPr/>
              </p:nvSpPr>
              <p:spPr>
                <a:xfrm>
                  <a:off x="2556488" y="2634846"/>
                  <a:ext cx="953704" cy="132766"/>
                </a:xfrm>
                <a:custGeom>
                  <a:avLst/>
                  <a:gdLst>
                    <a:gd name="csX0" fmla="*/ 415053 w 2737055"/>
                    <a:gd name="csY0" fmla="*/ 16548 h 1586064"/>
                    <a:gd name="csX1" fmla="*/ 415053 w 2737055"/>
                    <a:gd name="csY1" fmla="*/ 343835 h 1586064"/>
                    <a:gd name="csX2" fmla="*/ 540269 w 2737055"/>
                    <a:gd name="csY2" fmla="*/ 343835 h 1586064"/>
                    <a:gd name="csX3" fmla="*/ 540269 w 2737055"/>
                    <a:gd name="csY3" fmla="*/ 1568711 h 1586064"/>
                    <a:gd name="csX4" fmla="*/ 628933 w 2737055"/>
                    <a:gd name="csY4" fmla="*/ 1568711 h 1586064"/>
                    <a:gd name="csX5" fmla="*/ 628933 w 2737055"/>
                    <a:gd name="csY5" fmla="*/ 343833 h 1586064"/>
                    <a:gd name="csX6" fmla="*/ 754149 w 2737055"/>
                    <a:gd name="csY6" fmla="*/ 343833 h 1586064"/>
                    <a:gd name="csX7" fmla="*/ 754149 w 2737055"/>
                    <a:gd name="csY7" fmla="*/ 16548 h 1586064"/>
                    <a:gd name="csX8" fmla="*/ 1874623 w 2737055"/>
                    <a:gd name="csY8" fmla="*/ 16548 h 1586064"/>
                    <a:gd name="csX9" fmla="*/ 1651307 w 2737055"/>
                    <a:gd name="csY9" fmla="*/ 16548 h 1586064"/>
                    <a:gd name="csX10" fmla="*/ 1651307 w 2737055"/>
                    <a:gd name="csY10" fmla="*/ 346495 h 1586064"/>
                    <a:gd name="csX11" fmla="*/ 1868572 w 2737055"/>
                    <a:gd name="csY11" fmla="*/ 346495 h 1586064"/>
                    <a:gd name="csX12" fmla="*/ 1912992 w 2737055"/>
                    <a:gd name="csY12" fmla="*/ 552412 h 1586064"/>
                    <a:gd name="csX13" fmla="*/ 1912992 w 2737055"/>
                    <a:gd name="csY13" fmla="*/ 607726 h 1586064"/>
                    <a:gd name="csX14" fmla="*/ 1732791 w 2737055"/>
                    <a:gd name="csY14" fmla="*/ 607726 h 1586064"/>
                    <a:gd name="csX15" fmla="*/ 1630185 w 2737055"/>
                    <a:gd name="csY15" fmla="*/ 1051637 h 1586064"/>
                    <a:gd name="csX16" fmla="*/ 1630185 w 2737055"/>
                    <a:gd name="csY16" fmla="*/ 1125007 h 1586064"/>
                    <a:gd name="csX17" fmla="*/ 1736662 w 2737055"/>
                    <a:gd name="csY17" fmla="*/ 1568713 h 1586064"/>
                    <a:gd name="csX18" fmla="*/ 2000831 w 2737055"/>
                    <a:gd name="csY18" fmla="*/ 1568713 h 1586064"/>
                    <a:gd name="csX19" fmla="*/ 2000831 w 2737055"/>
                    <a:gd name="csY19" fmla="*/ 548556 h 1586064"/>
                    <a:gd name="csX20" fmla="*/ 1874623 w 2737055"/>
                    <a:gd name="csY20" fmla="*/ 16548 h 1586064"/>
                    <a:gd name="csX21" fmla="*/ 1745883 w 2737055"/>
                    <a:gd name="csY21" fmla="*/ 1236906 h 1586064"/>
                    <a:gd name="csX22" fmla="*/ 1717385 w 2737055"/>
                    <a:gd name="csY22" fmla="*/ 1076899 h 1586064"/>
                    <a:gd name="csX23" fmla="*/ 1745883 w 2737055"/>
                    <a:gd name="csY23" fmla="*/ 920291 h 1586064"/>
                    <a:gd name="csX24" fmla="*/ 1912992 w 2737055"/>
                    <a:gd name="csY24" fmla="*/ 920291 h 1586064"/>
                    <a:gd name="csX25" fmla="*/ 1912992 w 2737055"/>
                    <a:gd name="csY25" fmla="*/ 1236914 h 1586064"/>
                    <a:gd name="csX26" fmla="*/ 2610843 w 2737055"/>
                    <a:gd name="csY26" fmla="*/ 16548 h 1586064"/>
                    <a:gd name="csX27" fmla="*/ 2387579 w 2737055"/>
                    <a:gd name="csY27" fmla="*/ 16548 h 1586064"/>
                    <a:gd name="csX28" fmla="*/ 2387579 w 2737055"/>
                    <a:gd name="csY28" fmla="*/ 346495 h 1586064"/>
                    <a:gd name="csX29" fmla="*/ 2604977 w 2737055"/>
                    <a:gd name="csY29" fmla="*/ 346495 h 1586064"/>
                    <a:gd name="csX30" fmla="*/ 2649216 w 2737055"/>
                    <a:gd name="csY30" fmla="*/ 552412 h 1586064"/>
                    <a:gd name="csX31" fmla="*/ 2649216 w 2737055"/>
                    <a:gd name="csY31" fmla="*/ 607726 h 1586064"/>
                    <a:gd name="csX32" fmla="*/ 2469200 w 2737055"/>
                    <a:gd name="csY32" fmla="*/ 607726 h 1586064"/>
                    <a:gd name="csX33" fmla="*/ 2366456 w 2737055"/>
                    <a:gd name="csY33" fmla="*/ 1051637 h 1586064"/>
                    <a:gd name="csX34" fmla="*/ 2366456 w 2737055"/>
                    <a:gd name="csY34" fmla="*/ 1125007 h 1586064"/>
                    <a:gd name="csX35" fmla="*/ 2472886 w 2737055"/>
                    <a:gd name="csY35" fmla="*/ 1568713 h 1586064"/>
                    <a:gd name="csX36" fmla="*/ 2737056 w 2737055"/>
                    <a:gd name="csY36" fmla="*/ 1568713 h 1586064"/>
                    <a:gd name="csX37" fmla="*/ 2737056 w 2737055"/>
                    <a:gd name="csY37" fmla="*/ 548556 h 1586064"/>
                    <a:gd name="csX38" fmla="*/ 2610843 w 2737055"/>
                    <a:gd name="csY38" fmla="*/ 16548 h 1586064"/>
                    <a:gd name="csX39" fmla="*/ 2482104 w 2737055"/>
                    <a:gd name="csY39" fmla="*/ 1236906 h 1586064"/>
                    <a:gd name="csX40" fmla="*/ 2453627 w 2737055"/>
                    <a:gd name="csY40" fmla="*/ 1076899 h 1586064"/>
                    <a:gd name="csX41" fmla="*/ 2482104 w 2737055"/>
                    <a:gd name="csY41" fmla="*/ 920291 h 1586064"/>
                    <a:gd name="csX42" fmla="*/ 2649216 w 2737055"/>
                    <a:gd name="csY42" fmla="*/ 920291 h 1586064"/>
                    <a:gd name="csX43" fmla="*/ 2649216 w 2737055"/>
                    <a:gd name="csY43" fmla="*/ 1236914 h 1586064"/>
                    <a:gd name="csX44" fmla="*/ 782309 w 2737055"/>
                    <a:gd name="csY44" fmla="*/ 16548 h 1586064"/>
                    <a:gd name="csX45" fmla="*/ 782309 w 2737055"/>
                    <a:gd name="csY45" fmla="*/ 343835 h 1586064"/>
                    <a:gd name="csX46" fmla="*/ 907525 w 2737055"/>
                    <a:gd name="csY46" fmla="*/ 343835 h 1586064"/>
                    <a:gd name="csX47" fmla="*/ 907525 w 2737055"/>
                    <a:gd name="csY47" fmla="*/ 1568711 h 1586064"/>
                    <a:gd name="csX48" fmla="*/ 996403 w 2737055"/>
                    <a:gd name="csY48" fmla="*/ 1568711 h 1586064"/>
                    <a:gd name="csX49" fmla="*/ 996403 w 2737055"/>
                    <a:gd name="csY49" fmla="*/ 343833 h 1586064"/>
                    <a:gd name="csX50" fmla="*/ 1121624 w 2737055"/>
                    <a:gd name="csY50" fmla="*/ 343833 h 1586064"/>
                    <a:gd name="csX51" fmla="*/ 1121624 w 2737055"/>
                    <a:gd name="csY51" fmla="*/ 16548 h 1586064"/>
                    <a:gd name="csX52" fmla="*/ 2018597 w 2737055"/>
                    <a:gd name="csY52" fmla="*/ 16548 h 1586064"/>
                    <a:gd name="csX53" fmla="*/ 2018597 w 2737055"/>
                    <a:gd name="csY53" fmla="*/ 343835 h 1586064"/>
                    <a:gd name="csX54" fmla="*/ 2143814 w 2737055"/>
                    <a:gd name="csY54" fmla="*/ 343835 h 1586064"/>
                    <a:gd name="csX55" fmla="*/ 2143814 w 2737055"/>
                    <a:gd name="csY55" fmla="*/ 1568711 h 1586064"/>
                    <a:gd name="csX56" fmla="*/ 2232473 w 2737055"/>
                    <a:gd name="csY56" fmla="*/ 1568711 h 1586064"/>
                    <a:gd name="csX57" fmla="*/ 2232473 w 2737055"/>
                    <a:gd name="csY57" fmla="*/ 343833 h 1586064"/>
                    <a:gd name="csX58" fmla="*/ 2357694 w 2737055"/>
                    <a:gd name="csY58" fmla="*/ 343833 h 1586064"/>
                    <a:gd name="csX59" fmla="*/ 2357694 w 2737055"/>
                    <a:gd name="csY59" fmla="*/ 16548 h 1586064"/>
                    <a:gd name="csX60" fmla="*/ 1595859 w 2737055"/>
                    <a:gd name="csY60" fmla="*/ 1025017 h 1586064"/>
                    <a:gd name="csX61" fmla="*/ 1595859 w 2737055"/>
                    <a:gd name="csY61" fmla="*/ 560469 h 1586064"/>
                    <a:gd name="csX62" fmla="*/ 1466785 w 2737055"/>
                    <a:gd name="csY62" fmla="*/ 17266 h 1586064"/>
                    <a:gd name="csX63" fmla="*/ 1229250 w 2737055"/>
                    <a:gd name="csY63" fmla="*/ 17266 h 1586064"/>
                    <a:gd name="csX64" fmla="*/ 1229250 w 2737055"/>
                    <a:gd name="csY64" fmla="*/ 1568698 h 1586064"/>
                    <a:gd name="csX65" fmla="*/ 1470943 w 2737055"/>
                    <a:gd name="csY65" fmla="*/ 1568698 h 1586064"/>
                    <a:gd name="csX66" fmla="*/ 1595859 w 2737055"/>
                    <a:gd name="csY66" fmla="*/ 1025038 h 1586064"/>
                    <a:gd name="csX67" fmla="*/ 1505320 w 2737055"/>
                    <a:gd name="csY67" fmla="*/ 1032366 h 1586064"/>
                    <a:gd name="csX68" fmla="*/ 1460901 w 2737055"/>
                    <a:gd name="csY68" fmla="*/ 1238283 h 1586064"/>
                    <a:gd name="csX69" fmla="*/ 1318077 w 2737055"/>
                    <a:gd name="csY69" fmla="*/ 1238283 h 1586064"/>
                    <a:gd name="csX70" fmla="*/ 1318077 w 2737055"/>
                    <a:gd name="csY70" fmla="*/ 347222 h 1586064"/>
                    <a:gd name="csX71" fmla="*/ 1460901 w 2737055"/>
                    <a:gd name="csY71" fmla="*/ 347222 h 1586064"/>
                    <a:gd name="csX72" fmla="*/ 1505320 w 2737055"/>
                    <a:gd name="csY72" fmla="*/ 554471 h 1586064"/>
                    <a:gd name="csX73" fmla="*/ 289832 w 2737055"/>
                    <a:gd name="csY73" fmla="*/ 1198812 h 1586064"/>
                    <a:gd name="csX74" fmla="*/ 155041 w 2737055"/>
                    <a:gd name="csY74" fmla="*/ 176592 h 1586064"/>
                    <a:gd name="csX75" fmla="*/ 79137 w 2737055"/>
                    <a:gd name="csY75" fmla="*/ 0 h 1586064"/>
                    <a:gd name="csX76" fmla="*/ 0 w 2737055"/>
                    <a:gd name="csY76" fmla="*/ 409106 h 1586064"/>
                    <a:gd name="csX77" fmla="*/ 0 w 2737055"/>
                    <a:gd name="csY77" fmla="*/ 1569414 h 1586064"/>
                    <a:gd name="csX78" fmla="*/ 87337 w 2737055"/>
                    <a:gd name="csY78" fmla="*/ 1569414 h 1586064"/>
                    <a:gd name="csX79" fmla="*/ 87337 w 2737055"/>
                    <a:gd name="csY79" fmla="*/ 601700 h 1586064"/>
                    <a:gd name="csX80" fmla="*/ 86163 w 2737055"/>
                    <a:gd name="csY80" fmla="*/ 408442 h 1586064"/>
                    <a:gd name="csX81" fmla="*/ 88359 w 2737055"/>
                    <a:gd name="csY81" fmla="*/ 370523 h 1586064"/>
                    <a:gd name="csX82" fmla="*/ 95048 w 2737055"/>
                    <a:gd name="csY82" fmla="*/ 386451 h 1586064"/>
                    <a:gd name="csX83" fmla="*/ 229972 w 2737055"/>
                    <a:gd name="csY83" fmla="*/ 1409335 h 1586064"/>
                    <a:gd name="csX84" fmla="*/ 305923 w 2737055"/>
                    <a:gd name="csY84" fmla="*/ 1586064 h 1586064"/>
                    <a:gd name="csX85" fmla="*/ 384893 w 2737055"/>
                    <a:gd name="csY85" fmla="*/ 1176819 h 1586064"/>
                    <a:gd name="csX86" fmla="*/ 384893 w 2737055"/>
                    <a:gd name="csY86" fmla="*/ 16516 h 1586064"/>
                    <a:gd name="csX87" fmla="*/ 297555 w 2737055"/>
                    <a:gd name="csY87" fmla="*/ 16516 h 1586064"/>
                    <a:gd name="csX88" fmla="*/ 297555 w 2737055"/>
                    <a:gd name="csY88" fmla="*/ 984231 h 1586064"/>
                    <a:gd name="csX89" fmla="*/ 298879 w 2737055"/>
                    <a:gd name="csY89" fmla="*/ 1177489 h 1586064"/>
                    <a:gd name="csX90" fmla="*/ 296701 w 2737055"/>
                    <a:gd name="csY90" fmla="*/ 1215539 h 1586064"/>
                    <a:gd name="csX91" fmla="*/ 289827 w 2737055"/>
                    <a:gd name="csY91" fmla="*/ 1198815 h 15860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</a:cxnLst>
                  <a:rect l="l" t="t" r="r" b="b"/>
                  <a:pathLst>
                    <a:path w="2737055" h="1586064">
                      <a:moveTo>
                        <a:pt x="415053" y="16548"/>
                      </a:moveTo>
                      <a:lnTo>
                        <a:pt x="415053" y="343835"/>
                      </a:lnTo>
                      <a:lnTo>
                        <a:pt x="540269" y="343835"/>
                      </a:lnTo>
                      <a:lnTo>
                        <a:pt x="540269" y="1568711"/>
                      </a:lnTo>
                      <a:lnTo>
                        <a:pt x="628933" y="1568711"/>
                      </a:lnTo>
                      <a:lnTo>
                        <a:pt x="628933" y="343833"/>
                      </a:lnTo>
                      <a:lnTo>
                        <a:pt x="754149" y="343833"/>
                      </a:lnTo>
                      <a:lnTo>
                        <a:pt x="754149" y="16548"/>
                      </a:lnTo>
                      <a:close/>
                      <a:moveTo>
                        <a:pt x="1874623" y="16548"/>
                      </a:moveTo>
                      <a:lnTo>
                        <a:pt x="1651307" y="16548"/>
                      </a:lnTo>
                      <a:lnTo>
                        <a:pt x="1651307" y="346495"/>
                      </a:lnTo>
                      <a:lnTo>
                        <a:pt x="1868572" y="346495"/>
                      </a:lnTo>
                      <a:cubicBezTo>
                        <a:pt x="1900590" y="346495"/>
                        <a:pt x="1912992" y="404542"/>
                        <a:pt x="1912992" y="552412"/>
                      </a:cubicBezTo>
                      <a:lnTo>
                        <a:pt x="1912992" y="607726"/>
                      </a:lnTo>
                      <a:lnTo>
                        <a:pt x="1732791" y="607726"/>
                      </a:lnTo>
                      <a:cubicBezTo>
                        <a:pt x="1664215" y="607726"/>
                        <a:pt x="1630185" y="743677"/>
                        <a:pt x="1630185" y="1051637"/>
                      </a:cubicBezTo>
                      <a:lnTo>
                        <a:pt x="1630185" y="1125007"/>
                      </a:lnTo>
                      <a:cubicBezTo>
                        <a:pt x="1630185" y="1441493"/>
                        <a:pt x="1665554" y="1568713"/>
                        <a:pt x="1736662" y="1568713"/>
                      </a:cubicBezTo>
                      <a:lnTo>
                        <a:pt x="2000831" y="1568713"/>
                      </a:lnTo>
                      <a:lnTo>
                        <a:pt x="2000831" y="548556"/>
                      </a:lnTo>
                      <a:cubicBezTo>
                        <a:pt x="2000831" y="158027"/>
                        <a:pt x="1968311" y="16548"/>
                        <a:pt x="1874623" y="16548"/>
                      </a:cubicBezTo>
                      <a:moveTo>
                        <a:pt x="1745883" y="1236906"/>
                      </a:moveTo>
                      <a:cubicBezTo>
                        <a:pt x="1732456" y="1236906"/>
                        <a:pt x="1717385" y="1210316"/>
                        <a:pt x="1717385" y="1076899"/>
                      </a:cubicBezTo>
                      <a:cubicBezTo>
                        <a:pt x="1717385" y="943616"/>
                        <a:pt x="1732104" y="920291"/>
                        <a:pt x="1745883" y="920291"/>
                      </a:cubicBezTo>
                      <a:lnTo>
                        <a:pt x="1912992" y="920291"/>
                      </a:lnTo>
                      <a:lnTo>
                        <a:pt x="1912992" y="1236914"/>
                      </a:lnTo>
                      <a:close/>
                      <a:moveTo>
                        <a:pt x="2610843" y="16548"/>
                      </a:moveTo>
                      <a:lnTo>
                        <a:pt x="2387579" y="16548"/>
                      </a:lnTo>
                      <a:lnTo>
                        <a:pt x="2387579" y="346495"/>
                      </a:lnTo>
                      <a:lnTo>
                        <a:pt x="2604977" y="346495"/>
                      </a:lnTo>
                      <a:cubicBezTo>
                        <a:pt x="2636810" y="346495"/>
                        <a:pt x="2649216" y="404542"/>
                        <a:pt x="2649216" y="552412"/>
                      </a:cubicBezTo>
                      <a:lnTo>
                        <a:pt x="2649216" y="607726"/>
                      </a:lnTo>
                      <a:lnTo>
                        <a:pt x="2469200" y="607726"/>
                      </a:lnTo>
                      <a:cubicBezTo>
                        <a:pt x="2400620" y="607726"/>
                        <a:pt x="2366456" y="743677"/>
                        <a:pt x="2366456" y="1051637"/>
                      </a:cubicBezTo>
                      <a:lnTo>
                        <a:pt x="2366456" y="1125007"/>
                      </a:lnTo>
                      <a:cubicBezTo>
                        <a:pt x="2366456" y="1441493"/>
                        <a:pt x="2401826" y="1568713"/>
                        <a:pt x="2472886" y="1568713"/>
                      </a:cubicBezTo>
                      <a:lnTo>
                        <a:pt x="2737056" y="1568713"/>
                      </a:lnTo>
                      <a:lnTo>
                        <a:pt x="2737056" y="548556"/>
                      </a:lnTo>
                      <a:cubicBezTo>
                        <a:pt x="2737056" y="158027"/>
                        <a:pt x="2704532" y="16548"/>
                        <a:pt x="2610843" y="16548"/>
                      </a:cubicBezTo>
                      <a:moveTo>
                        <a:pt x="2482104" y="1236906"/>
                      </a:moveTo>
                      <a:cubicBezTo>
                        <a:pt x="2468680" y="1236906"/>
                        <a:pt x="2453627" y="1210316"/>
                        <a:pt x="2453627" y="1076899"/>
                      </a:cubicBezTo>
                      <a:cubicBezTo>
                        <a:pt x="2453627" y="943616"/>
                        <a:pt x="2468376" y="920291"/>
                        <a:pt x="2482104" y="920291"/>
                      </a:cubicBezTo>
                      <a:lnTo>
                        <a:pt x="2649216" y="920291"/>
                      </a:lnTo>
                      <a:lnTo>
                        <a:pt x="2649216" y="1236914"/>
                      </a:lnTo>
                      <a:close/>
                      <a:moveTo>
                        <a:pt x="782309" y="16548"/>
                      </a:moveTo>
                      <a:lnTo>
                        <a:pt x="782309" y="343835"/>
                      </a:lnTo>
                      <a:lnTo>
                        <a:pt x="907525" y="343835"/>
                      </a:lnTo>
                      <a:lnTo>
                        <a:pt x="907525" y="1568711"/>
                      </a:lnTo>
                      <a:lnTo>
                        <a:pt x="996403" y="1568711"/>
                      </a:lnTo>
                      <a:lnTo>
                        <a:pt x="996403" y="343833"/>
                      </a:lnTo>
                      <a:lnTo>
                        <a:pt x="1121624" y="343833"/>
                      </a:lnTo>
                      <a:lnTo>
                        <a:pt x="1121624" y="16548"/>
                      </a:lnTo>
                      <a:close/>
                      <a:moveTo>
                        <a:pt x="2018597" y="16548"/>
                      </a:moveTo>
                      <a:lnTo>
                        <a:pt x="2018597" y="343835"/>
                      </a:lnTo>
                      <a:lnTo>
                        <a:pt x="2143814" y="343835"/>
                      </a:lnTo>
                      <a:lnTo>
                        <a:pt x="2143814" y="1568711"/>
                      </a:lnTo>
                      <a:lnTo>
                        <a:pt x="2232473" y="1568711"/>
                      </a:lnTo>
                      <a:lnTo>
                        <a:pt x="2232473" y="343833"/>
                      </a:lnTo>
                      <a:lnTo>
                        <a:pt x="2357694" y="343833"/>
                      </a:lnTo>
                      <a:lnTo>
                        <a:pt x="2357694" y="16548"/>
                      </a:lnTo>
                      <a:close/>
                      <a:moveTo>
                        <a:pt x="1595859" y="1025017"/>
                      </a:moveTo>
                      <a:lnTo>
                        <a:pt x="1595859" y="560469"/>
                      </a:lnTo>
                      <a:cubicBezTo>
                        <a:pt x="1595859" y="154553"/>
                        <a:pt x="1556297" y="17266"/>
                        <a:pt x="1466785" y="17266"/>
                      </a:cubicBezTo>
                      <a:lnTo>
                        <a:pt x="1229250" y="17266"/>
                      </a:lnTo>
                      <a:lnTo>
                        <a:pt x="1229250" y="1568698"/>
                      </a:lnTo>
                      <a:lnTo>
                        <a:pt x="1470943" y="1568698"/>
                      </a:lnTo>
                      <a:cubicBezTo>
                        <a:pt x="1565820" y="1568698"/>
                        <a:pt x="1595859" y="1380900"/>
                        <a:pt x="1595859" y="1025038"/>
                      </a:cubicBezTo>
                      <a:moveTo>
                        <a:pt x="1505320" y="1032366"/>
                      </a:moveTo>
                      <a:cubicBezTo>
                        <a:pt x="1505320" y="1180245"/>
                        <a:pt x="1492751" y="1238283"/>
                        <a:pt x="1460901" y="1238283"/>
                      </a:cubicBezTo>
                      <a:lnTo>
                        <a:pt x="1318077" y="1238283"/>
                      </a:lnTo>
                      <a:lnTo>
                        <a:pt x="1318077" y="347222"/>
                      </a:lnTo>
                      <a:lnTo>
                        <a:pt x="1460901" y="347222"/>
                      </a:lnTo>
                      <a:cubicBezTo>
                        <a:pt x="1492751" y="347222"/>
                        <a:pt x="1505320" y="405199"/>
                        <a:pt x="1505320" y="554471"/>
                      </a:cubicBezTo>
                      <a:close/>
                      <a:moveTo>
                        <a:pt x="289832" y="1198812"/>
                      </a:moveTo>
                      <a:cubicBezTo>
                        <a:pt x="287987" y="1184823"/>
                        <a:pt x="169640" y="267164"/>
                        <a:pt x="155041" y="176592"/>
                      </a:cubicBezTo>
                      <a:cubicBezTo>
                        <a:pt x="138310" y="72693"/>
                        <a:pt x="118012" y="0"/>
                        <a:pt x="79137" y="0"/>
                      </a:cubicBezTo>
                      <a:cubicBezTo>
                        <a:pt x="42913" y="0"/>
                        <a:pt x="0" y="63294"/>
                        <a:pt x="0" y="409106"/>
                      </a:cubicBezTo>
                      <a:lnTo>
                        <a:pt x="0" y="1569414"/>
                      </a:lnTo>
                      <a:lnTo>
                        <a:pt x="87337" y="1569414"/>
                      </a:lnTo>
                      <a:lnTo>
                        <a:pt x="87337" y="601700"/>
                      </a:lnTo>
                      <a:cubicBezTo>
                        <a:pt x="87337" y="532460"/>
                        <a:pt x="86348" y="429101"/>
                        <a:pt x="86163" y="408442"/>
                      </a:cubicBezTo>
                      <a:cubicBezTo>
                        <a:pt x="85996" y="391182"/>
                        <a:pt x="86163" y="375189"/>
                        <a:pt x="88359" y="370523"/>
                      </a:cubicBezTo>
                      <a:cubicBezTo>
                        <a:pt x="90673" y="364392"/>
                        <a:pt x="93204" y="373787"/>
                        <a:pt x="95048" y="386451"/>
                      </a:cubicBezTo>
                      <a:cubicBezTo>
                        <a:pt x="96724" y="399911"/>
                        <a:pt x="206506" y="1263454"/>
                        <a:pt x="229972" y="1409335"/>
                      </a:cubicBezTo>
                      <a:cubicBezTo>
                        <a:pt x="246583" y="1514098"/>
                        <a:pt x="267052" y="1586064"/>
                        <a:pt x="305923" y="1586064"/>
                      </a:cubicBezTo>
                      <a:cubicBezTo>
                        <a:pt x="342148" y="1586064"/>
                        <a:pt x="384893" y="1522089"/>
                        <a:pt x="384893" y="1176819"/>
                      </a:cubicBezTo>
                      <a:lnTo>
                        <a:pt x="384893" y="16516"/>
                      </a:lnTo>
                      <a:lnTo>
                        <a:pt x="297555" y="16516"/>
                      </a:lnTo>
                      <a:lnTo>
                        <a:pt x="297555" y="984231"/>
                      </a:lnTo>
                      <a:cubicBezTo>
                        <a:pt x="297555" y="1054137"/>
                        <a:pt x="298544" y="1156830"/>
                        <a:pt x="298879" y="1177489"/>
                      </a:cubicBezTo>
                      <a:cubicBezTo>
                        <a:pt x="298879" y="1194214"/>
                        <a:pt x="298879" y="1210743"/>
                        <a:pt x="296701" y="1215539"/>
                      </a:cubicBezTo>
                      <a:cubicBezTo>
                        <a:pt x="294169" y="1221539"/>
                        <a:pt x="291672" y="1212142"/>
                        <a:pt x="289827" y="1198815"/>
                      </a:cubicBezTo>
                    </a:path>
                  </a:pathLst>
                </a:custGeom>
                <a:solidFill>
                  <a:srgbClr val="6485C1"/>
                </a:solidFill>
                <a:ln w="546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02B367D8-5F94-6ACB-FCE2-2DCE0D8022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2843" y="4023007"/>
                  <a:ext cx="960995" cy="217392"/>
                </a:xfrm>
                <a:prstGeom prst="rect">
                  <a:avLst/>
                </a:prstGeom>
              </p:spPr>
            </p:pic>
            <p:pic>
              <p:nvPicPr>
                <p:cNvPr id="152" name="Picture 151">
                  <a:extLst>
                    <a:ext uri="{FF2B5EF4-FFF2-40B4-BE49-F238E27FC236}">
                      <a16:creationId xmlns:a16="http://schemas.microsoft.com/office/drawing/2014/main" id="{CAFCDFDF-8D38-FD35-75C3-237A9926E2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1207" y="3041488"/>
                  <a:ext cx="704266" cy="214874"/>
                </a:xfrm>
                <a:prstGeom prst="rect">
                  <a:avLst/>
                </a:prstGeom>
              </p:spPr>
            </p:pic>
            <p:pic>
              <p:nvPicPr>
                <p:cNvPr id="215" name="Picture 214">
                  <a:extLst>
                    <a:ext uri="{FF2B5EF4-FFF2-40B4-BE49-F238E27FC236}">
                      <a16:creationId xmlns:a16="http://schemas.microsoft.com/office/drawing/2014/main" id="{C3A6FAED-A3ED-62F7-50D9-E6CF9C153E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3109" y="4514275"/>
                  <a:ext cx="640463" cy="220979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99989FF-23C0-32CA-DFF4-2791081692ED}"/>
                  </a:ext>
                </a:extLst>
              </p:cNvPr>
              <p:cNvGrpSpPr/>
              <p:nvPr/>
            </p:nvGrpSpPr>
            <p:grpSpPr>
              <a:xfrm>
                <a:off x="6830246" y="1535935"/>
                <a:ext cx="881982" cy="4251860"/>
                <a:chOff x="6944017" y="1535935"/>
                <a:chExt cx="881982" cy="4251860"/>
              </a:xfrm>
            </p:grpSpPr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D831DF45-191C-7DA4-F9CE-9C56D5A2B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4017" y="1535935"/>
                  <a:ext cx="881982" cy="449810"/>
                </a:xfrm>
                <a:prstGeom prst="rect">
                  <a:avLst/>
                </a:prstGeom>
              </p:spPr>
            </p:pic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E5D5F2D2-C7E6-0308-A881-423B2C22E5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23750" y="3081156"/>
                  <a:ext cx="722516" cy="462452"/>
                </a:xfrm>
                <a:prstGeom prst="rect">
                  <a:avLst/>
                </a:prstGeom>
              </p:spPr>
            </p:pic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4ABB622D-6251-6065-E150-4C21B2B23D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6944017" y="2302410"/>
                  <a:ext cx="881982" cy="462081"/>
                </a:xfrm>
                <a:prstGeom prst="rect">
                  <a:avLst/>
                </a:prstGeom>
              </p:spPr>
            </p:pic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FF1D0B93-C2AD-F8EE-03FB-2BDA6557FD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l="24640" t="15948" r="24553" b="16078"/>
                <a:stretch>
                  <a:fillRect/>
                </a:stretch>
              </p:blipFill>
              <p:spPr>
                <a:xfrm>
                  <a:off x="7135373" y="4675451"/>
                  <a:ext cx="499271" cy="445310"/>
                </a:xfrm>
                <a:prstGeom prst="rect">
                  <a:avLst/>
                </a:prstGeom>
              </p:spPr>
            </p:pic>
            <p:pic>
              <p:nvPicPr>
                <p:cNvPr id="150" name="Picture 149">
                  <a:extLst>
                    <a:ext uri="{FF2B5EF4-FFF2-40B4-BE49-F238E27FC236}">
                      <a16:creationId xmlns:a16="http://schemas.microsoft.com/office/drawing/2014/main" id="{9B2AD725-A1FF-F752-E1E2-A9576A34EF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36533" y="3860273"/>
                  <a:ext cx="696950" cy="498513"/>
                </a:xfrm>
                <a:prstGeom prst="rect">
                  <a:avLst/>
                </a:prstGeom>
              </p:spPr>
            </p:pic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BAFCC157-4F83-03B7-35B1-15723F98D3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9823" y="5437425"/>
                  <a:ext cx="350370" cy="350370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EA69571-688C-1B27-4C3A-A10D61042620}"/>
                  </a:ext>
                </a:extLst>
              </p:cNvPr>
              <p:cNvGrpSpPr/>
              <p:nvPr/>
            </p:nvGrpSpPr>
            <p:grpSpPr>
              <a:xfrm>
                <a:off x="4017009" y="1648458"/>
                <a:ext cx="687388" cy="4109166"/>
                <a:chOff x="4073893" y="1648458"/>
                <a:chExt cx="687388" cy="4109166"/>
              </a:xfrm>
            </p:grpSpPr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124C104B-B967-B2FF-156E-0012BCF36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34106" y="1648458"/>
                  <a:ext cx="566963" cy="224765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9CBDA4D5-185F-B1EF-897E-E73E5F76B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210618" y="2674391"/>
                  <a:ext cx="413938" cy="212000"/>
                </a:xfrm>
                <a:prstGeom prst="rect">
                  <a:avLst/>
                </a:prstGeom>
              </p:spPr>
            </p:pic>
            <p:pic>
              <p:nvPicPr>
                <p:cNvPr id="172" name="Picture 171">
                  <a:extLst>
                    <a:ext uri="{FF2B5EF4-FFF2-40B4-BE49-F238E27FC236}">
                      <a16:creationId xmlns:a16="http://schemas.microsoft.com/office/drawing/2014/main" id="{808781B6-BEE7-8A15-7869-07938884B4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4106" y="4303989"/>
                  <a:ext cx="566963" cy="213562"/>
                </a:xfrm>
                <a:prstGeom prst="rect">
                  <a:avLst/>
                </a:prstGeom>
              </p:spPr>
            </p:pic>
            <p:pic>
              <p:nvPicPr>
                <p:cNvPr id="186" name="Graphic 185">
                  <a:extLst>
                    <a:ext uri="{FF2B5EF4-FFF2-40B4-BE49-F238E27FC236}">
                      <a16:creationId xmlns:a16="http://schemas.microsoft.com/office/drawing/2014/main" id="{76C440B0-0DD9-0CA1-786E-DA1D235B1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10619" y="3183396"/>
                  <a:ext cx="413937" cy="308757"/>
                </a:xfrm>
                <a:prstGeom prst="rect">
                  <a:avLst/>
                </a:prstGeom>
              </p:spPr>
            </p:pic>
            <p:pic>
              <p:nvPicPr>
                <p:cNvPr id="207" name="Picture 206">
                  <a:extLst>
                    <a:ext uri="{FF2B5EF4-FFF2-40B4-BE49-F238E27FC236}">
                      <a16:creationId xmlns:a16="http://schemas.microsoft.com/office/drawing/2014/main" id="{7C7A758C-6977-0AD1-0384-CB24EF61D1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43530" y="2170228"/>
                  <a:ext cx="548115" cy="207158"/>
                </a:xfrm>
                <a:prstGeom prst="rect">
                  <a:avLst/>
                </a:prstGeom>
              </p:spPr>
            </p:pic>
            <p:pic>
              <p:nvPicPr>
                <p:cNvPr id="213" name="Picture 212">
                  <a:extLst>
                    <a:ext uri="{FF2B5EF4-FFF2-40B4-BE49-F238E27FC236}">
                      <a16:creationId xmlns:a16="http://schemas.microsoft.com/office/drawing/2014/main" id="{B7AAC450-8606-1052-6652-01B2E50FD1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5723" t="7579" r="5127" b="7065"/>
                <a:stretch>
                  <a:fillRect/>
                </a:stretch>
              </p:blipFill>
              <p:spPr>
                <a:xfrm>
                  <a:off x="4073893" y="4814556"/>
                  <a:ext cx="687388" cy="356036"/>
                </a:xfrm>
                <a:prstGeom prst="rect">
                  <a:avLst/>
                </a:prstGeom>
              </p:spPr>
            </p:pic>
            <p:pic>
              <p:nvPicPr>
                <p:cNvPr id="1043" name="Picture 1042">
                  <a:extLst>
                    <a:ext uri="{FF2B5EF4-FFF2-40B4-BE49-F238E27FC236}">
                      <a16:creationId xmlns:a16="http://schemas.microsoft.com/office/drawing/2014/main" id="{C275190E-7A69-C2C0-786E-80AED08EC5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073893" y="5467596"/>
                  <a:ext cx="687388" cy="290028"/>
                </a:xfrm>
                <a:prstGeom prst="rect">
                  <a:avLst/>
                </a:prstGeom>
              </p:spPr>
            </p:pic>
            <p:pic>
              <p:nvPicPr>
                <p:cNvPr id="1047" name="Graphic 1046">
                  <a:extLst>
                    <a:ext uri="{FF2B5EF4-FFF2-40B4-BE49-F238E27FC236}">
                      <a16:creationId xmlns:a16="http://schemas.microsoft.com/office/drawing/2014/main" id="{ED775B6D-F77C-E460-79A9-4FECBD12E5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9478" y="3789158"/>
                  <a:ext cx="516218" cy="217826"/>
                </a:xfrm>
                <a:prstGeom prst="rect">
                  <a:avLst/>
                </a:prstGeom>
              </p:spPr>
            </p:pic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C37B102-339A-186E-7F6A-1D04825513EE}"/>
                  </a:ext>
                </a:extLst>
              </p:cNvPr>
              <p:cNvGrpSpPr/>
              <p:nvPr/>
            </p:nvGrpSpPr>
            <p:grpSpPr>
              <a:xfrm>
                <a:off x="8240499" y="1606591"/>
                <a:ext cx="709138" cy="4108883"/>
                <a:chOff x="8393637" y="1606591"/>
                <a:chExt cx="709138" cy="4108883"/>
              </a:xfrm>
            </p:grpSpPr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1667D0AB-CCEF-85D7-5436-B81669718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413241" y="2948666"/>
                  <a:ext cx="669930" cy="204944"/>
                </a:xfrm>
                <a:prstGeom prst="rect">
                  <a:avLst/>
                </a:prstGeom>
              </p:spPr>
            </p:pic>
            <p:pic>
              <p:nvPicPr>
                <p:cNvPr id="154" name="Picture 153">
                  <a:extLst>
                    <a:ext uri="{FF2B5EF4-FFF2-40B4-BE49-F238E27FC236}">
                      <a16:creationId xmlns:a16="http://schemas.microsoft.com/office/drawing/2014/main" id="{9A8ADE0D-0624-08DC-E30C-B6B82F977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47538" y="2327198"/>
                  <a:ext cx="401336" cy="209360"/>
                </a:xfrm>
                <a:prstGeom prst="rect">
                  <a:avLst/>
                </a:prstGeom>
              </p:spPr>
            </p:pic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E7A5D5B6-61A7-3416-EFA1-4E9FF9A82F60}"/>
                    </a:ext>
                  </a:extLst>
                </p:cNvPr>
                <p:cNvGrpSpPr/>
                <p:nvPr/>
              </p:nvGrpSpPr>
              <p:grpSpPr>
                <a:xfrm>
                  <a:off x="8406383" y="5509746"/>
                  <a:ext cx="683647" cy="205728"/>
                  <a:chOff x="4110037" y="2886075"/>
                  <a:chExt cx="3635739" cy="1094098"/>
                </a:xfrm>
              </p:grpSpPr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8C06732B-3488-71EB-BAB7-AA703928DED7}"/>
                      </a:ext>
                    </a:extLst>
                  </p:cNvPr>
                  <p:cNvSpPr/>
                  <p:nvPr/>
                </p:nvSpPr>
                <p:spPr>
                  <a:xfrm>
                    <a:off x="5258561" y="3624969"/>
                    <a:ext cx="2478957" cy="80255"/>
                  </a:xfrm>
                  <a:custGeom>
                    <a:avLst/>
                    <a:gdLst>
                      <a:gd name="csX0" fmla="*/ 66523 w 2478957"/>
                      <a:gd name="csY0" fmla="*/ 30640 h 80255"/>
                      <a:gd name="csX1" fmla="*/ 75286 w 2478957"/>
                      <a:gd name="csY1" fmla="*/ 32984 h 80255"/>
                      <a:gd name="csX2" fmla="*/ 84049 w 2478957"/>
                      <a:gd name="csY2" fmla="*/ 49395 h 80255"/>
                      <a:gd name="csX3" fmla="*/ 84220 w 2478957"/>
                      <a:gd name="csY3" fmla="*/ 61110 h 80255"/>
                      <a:gd name="csX4" fmla="*/ 82096 w 2478957"/>
                      <a:gd name="csY4" fmla="*/ 70654 h 80255"/>
                      <a:gd name="csX5" fmla="*/ 67085 w 2478957"/>
                      <a:gd name="csY5" fmla="*/ 80256 h 80255"/>
                      <a:gd name="csX6" fmla="*/ 0 w 2478957"/>
                      <a:gd name="csY6" fmla="*/ 80256 h 80255"/>
                      <a:gd name="csX7" fmla="*/ 0 w 2478957"/>
                      <a:gd name="csY7" fmla="*/ 61110 h 80255"/>
                      <a:gd name="csX8" fmla="*/ 60665 w 2478957"/>
                      <a:gd name="csY8" fmla="*/ 61110 h 80255"/>
                      <a:gd name="csX9" fmla="*/ 66475 w 2478957"/>
                      <a:gd name="csY9" fmla="*/ 55862 h 80255"/>
                      <a:gd name="csX10" fmla="*/ 64684 w 2478957"/>
                      <a:gd name="csY10" fmla="*/ 51290 h 80255"/>
                      <a:gd name="csX11" fmla="*/ 60607 w 2478957"/>
                      <a:gd name="csY11" fmla="*/ 49785 h 80255"/>
                      <a:gd name="csX12" fmla="*/ 17640 w 2478957"/>
                      <a:gd name="csY12" fmla="*/ 49785 h 80255"/>
                      <a:gd name="csX13" fmla="*/ 8820 w 2478957"/>
                      <a:gd name="csY13" fmla="*/ 47442 h 80255"/>
                      <a:gd name="csX14" fmla="*/ 57 w 2478957"/>
                      <a:gd name="csY14" fmla="*/ 31031 h 80255"/>
                      <a:gd name="csX15" fmla="*/ 171 w 2478957"/>
                      <a:gd name="csY15" fmla="*/ 17022 h 80255"/>
                      <a:gd name="csX16" fmla="*/ 8649 w 2478957"/>
                      <a:gd name="csY16" fmla="*/ 2289 h 80255"/>
                      <a:gd name="csX17" fmla="*/ 17193 w 2478957"/>
                      <a:gd name="csY17" fmla="*/ 168 h 80255"/>
                      <a:gd name="csX18" fmla="*/ 83772 w 2478957"/>
                      <a:gd name="csY18" fmla="*/ 168 h 80255"/>
                      <a:gd name="csX19" fmla="*/ 83772 w 2478957"/>
                      <a:gd name="csY19" fmla="*/ 19311 h 80255"/>
                      <a:gd name="csX20" fmla="*/ 23613 w 2478957"/>
                      <a:gd name="csY20" fmla="*/ 19311 h 80255"/>
                      <a:gd name="csX21" fmla="*/ 19812 w 2478957"/>
                      <a:gd name="csY21" fmla="*/ 20315 h 80255"/>
                      <a:gd name="csX22" fmla="*/ 17640 w 2478957"/>
                      <a:gd name="csY22" fmla="*/ 24948 h 80255"/>
                      <a:gd name="csX23" fmla="*/ 19421 w 2478957"/>
                      <a:gd name="csY23" fmla="*/ 29635 h 80255"/>
                      <a:gd name="csX24" fmla="*/ 23717 w 2478957"/>
                      <a:gd name="csY24" fmla="*/ 30640 h 80255"/>
                      <a:gd name="csX25" fmla="*/ 66523 w 2478957"/>
                      <a:gd name="csY25" fmla="*/ 30640 h 80255"/>
                      <a:gd name="csX26" fmla="*/ 374104 w 2478957"/>
                      <a:gd name="csY26" fmla="*/ 26342 h 80255"/>
                      <a:gd name="csX27" fmla="*/ 374104 w 2478957"/>
                      <a:gd name="csY27" fmla="*/ 25952 h 80255"/>
                      <a:gd name="csX28" fmla="*/ 372151 w 2478957"/>
                      <a:gd name="csY28" fmla="*/ 21264 h 80255"/>
                      <a:gd name="csX29" fmla="*/ 367351 w 2478957"/>
                      <a:gd name="csY29" fmla="*/ 19255 h 80255"/>
                      <a:gd name="csX30" fmla="*/ 343291 w 2478957"/>
                      <a:gd name="csY30" fmla="*/ 19255 h 80255"/>
                      <a:gd name="csX31" fmla="*/ 343348 w 2478957"/>
                      <a:gd name="csY31" fmla="*/ 19311 h 80255"/>
                      <a:gd name="csX32" fmla="*/ 334032 w 2478957"/>
                      <a:gd name="csY32" fmla="*/ 19311 h 80255"/>
                      <a:gd name="csX33" fmla="*/ 329336 w 2478957"/>
                      <a:gd name="csY33" fmla="*/ 21264 h 80255"/>
                      <a:gd name="csX34" fmla="*/ 327384 w 2478957"/>
                      <a:gd name="csY34" fmla="*/ 26008 h 80255"/>
                      <a:gd name="csX35" fmla="*/ 327384 w 2478957"/>
                      <a:gd name="csY35" fmla="*/ 50119 h 80255"/>
                      <a:gd name="csX36" fmla="*/ 327384 w 2478957"/>
                      <a:gd name="csY36" fmla="*/ 54643 h 80255"/>
                      <a:gd name="csX37" fmla="*/ 329336 w 2478957"/>
                      <a:gd name="csY37" fmla="*/ 59329 h 80255"/>
                      <a:gd name="csX38" fmla="*/ 333527 w 2478957"/>
                      <a:gd name="csY38" fmla="*/ 61225 h 80255"/>
                      <a:gd name="csX39" fmla="*/ 333527 w 2478957"/>
                      <a:gd name="csY39" fmla="*/ 61282 h 80255"/>
                      <a:gd name="csX40" fmla="*/ 333804 w 2478957"/>
                      <a:gd name="csY40" fmla="*/ 61282 h 80255"/>
                      <a:gd name="csX41" fmla="*/ 334032 w 2478957"/>
                      <a:gd name="csY41" fmla="*/ 61339 h 80255"/>
                      <a:gd name="csX42" fmla="*/ 367408 w 2478957"/>
                      <a:gd name="csY42" fmla="*/ 61339 h 80255"/>
                      <a:gd name="csX43" fmla="*/ 372151 w 2478957"/>
                      <a:gd name="csY43" fmla="*/ 59386 h 80255"/>
                      <a:gd name="csX44" fmla="*/ 374047 w 2478957"/>
                      <a:gd name="csY44" fmla="*/ 54919 h 80255"/>
                      <a:gd name="csX45" fmla="*/ 374104 w 2478957"/>
                      <a:gd name="csY45" fmla="*/ 54976 h 80255"/>
                      <a:gd name="csX46" fmla="*/ 374104 w 2478957"/>
                      <a:gd name="csY46" fmla="*/ 30808 h 80255"/>
                      <a:gd name="csX47" fmla="*/ 374104 w 2478957"/>
                      <a:gd name="csY47" fmla="*/ 26342 h 80255"/>
                      <a:gd name="csX48" fmla="*/ 373932 w 2478957"/>
                      <a:gd name="csY48" fmla="*/ 168 h 80255"/>
                      <a:gd name="csX49" fmla="*/ 390458 w 2478957"/>
                      <a:gd name="csY49" fmla="*/ 9712 h 80255"/>
                      <a:gd name="csX50" fmla="*/ 392801 w 2478957"/>
                      <a:gd name="csY50" fmla="*/ 19311 h 80255"/>
                      <a:gd name="csX51" fmla="*/ 392801 w 2478957"/>
                      <a:gd name="csY51" fmla="*/ 61110 h 80255"/>
                      <a:gd name="csX52" fmla="*/ 383419 w 2478957"/>
                      <a:gd name="csY52" fmla="*/ 77855 h 80255"/>
                      <a:gd name="csX53" fmla="*/ 373932 w 2478957"/>
                      <a:gd name="csY53" fmla="*/ 80256 h 80255"/>
                      <a:gd name="csX54" fmla="*/ 327050 w 2478957"/>
                      <a:gd name="csY54" fmla="*/ 80256 h 80255"/>
                      <a:gd name="csX55" fmla="*/ 319068 w 2478957"/>
                      <a:gd name="csY55" fmla="*/ 78465 h 80255"/>
                      <a:gd name="csX56" fmla="*/ 308858 w 2478957"/>
                      <a:gd name="csY56" fmla="*/ 66140 h 80255"/>
                      <a:gd name="csX57" fmla="*/ 308743 w 2478957"/>
                      <a:gd name="csY57" fmla="*/ 66140 h 80255"/>
                      <a:gd name="csX58" fmla="*/ 308858 w 2478957"/>
                      <a:gd name="csY58" fmla="*/ 66083 h 80255"/>
                      <a:gd name="csX59" fmla="*/ 308305 w 2478957"/>
                      <a:gd name="csY59" fmla="*/ 61110 h 80255"/>
                      <a:gd name="csX60" fmla="*/ 308305 w 2478957"/>
                      <a:gd name="csY60" fmla="*/ 19311 h 80255"/>
                      <a:gd name="csX61" fmla="*/ 310648 w 2478957"/>
                      <a:gd name="csY61" fmla="*/ 9712 h 80255"/>
                      <a:gd name="csX62" fmla="*/ 327050 w 2478957"/>
                      <a:gd name="csY62" fmla="*/ 168 h 80255"/>
                      <a:gd name="csX63" fmla="*/ 373932 w 2478957"/>
                      <a:gd name="csY63" fmla="*/ 168 h 80255"/>
                      <a:gd name="csX64" fmla="*/ 633622 w 2478957"/>
                      <a:gd name="csY64" fmla="*/ 168 h 80255"/>
                      <a:gd name="csX65" fmla="*/ 633622 w 2478957"/>
                      <a:gd name="csY65" fmla="*/ 54414 h 80255"/>
                      <a:gd name="csX66" fmla="*/ 635413 w 2478957"/>
                      <a:gd name="csY66" fmla="*/ 59158 h 80255"/>
                      <a:gd name="csX67" fmla="*/ 639709 w 2478957"/>
                      <a:gd name="csY67" fmla="*/ 61110 h 80255"/>
                      <a:gd name="csX68" fmla="*/ 701764 w 2478957"/>
                      <a:gd name="csY68" fmla="*/ 61110 h 80255"/>
                      <a:gd name="csX69" fmla="*/ 701764 w 2478957"/>
                      <a:gd name="csY69" fmla="*/ 80256 h 80255"/>
                      <a:gd name="csX70" fmla="*/ 633289 w 2478957"/>
                      <a:gd name="csY70" fmla="*/ 80256 h 80255"/>
                      <a:gd name="csX71" fmla="*/ 618220 w 2478957"/>
                      <a:gd name="csY71" fmla="*/ 70654 h 80255"/>
                      <a:gd name="csX72" fmla="*/ 616096 w 2478957"/>
                      <a:gd name="csY72" fmla="*/ 61110 h 80255"/>
                      <a:gd name="csX73" fmla="*/ 616096 w 2478957"/>
                      <a:gd name="csY73" fmla="*/ 168 h 80255"/>
                      <a:gd name="csX74" fmla="*/ 633622 w 2478957"/>
                      <a:gd name="csY74" fmla="*/ 168 h 80255"/>
                      <a:gd name="csX75" fmla="*/ 1008002 w 2478957"/>
                      <a:gd name="csY75" fmla="*/ 168 h 80255"/>
                      <a:gd name="csX76" fmla="*/ 1008002 w 2478957"/>
                      <a:gd name="csY76" fmla="*/ 61053 h 80255"/>
                      <a:gd name="csX77" fmla="*/ 999353 w 2478957"/>
                      <a:gd name="csY77" fmla="*/ 77855 h 80255"/>
                      <a:gd name="csX78" fmla="*/ 990705 w 2478957"/>
                      <a:gd name="csY78" fmla="*/ 80256 h 80255"/>
                      <a:gd name="csX79" fmla="*/ 941089 w 2478957"/>
                      <a:gd name="csY79" fmla="*/ 80256 h 80255"/>
                      <a:gd name="csX80" fmla="*/ 932431 w 2478957"/>
                      <a:gd name="csY80" fmla="*/ 77855 h 80255"/>
                      <a:gd name="csX81" fmla="*/ 923839 w 2478957"/>
                      <a:gd name="csY81" fmla="*/ 61053 h 80255"/>
                      <a:gd name="csX82" fmla="*/ 923839 w 2478957"/>
                      <a:gd name="csY82" fmla="*/ 168 h 80255"/>
                      <a:gd name="csX83" fmla="*/ 941423 w 2478957"/>
                      <a:gd name="csY83" fmla="*/ 168 h 80255"/>
                      <a:gd name="csX84" fmla="*/ 941423 w 2478957"/>
                      <a:gd name="csY84" fmla="*/ 54586 h 80255"/>
                      <a:gd name="csX85" fmla="*/ 943204 w 2478957"/>
                      <a:gd name="csY85" fmla="*/ 59329 h 80255"/>
                      <a:gd name="csX86" fmla="*/ 947499 w 2478957"/>
                      <a:gd name="csY86" fmla="*/ 61282 h 80255"/>
                      <a:gd name="csX87" fmla="*/ 984675 w 2478957"/>
                      <a:gd name="csY87" fmla="*/ 61282 h 80255"/>
                      <a:gd name="csX88" fmla="*/ 989028 w 2478957"/>
                      <a:gd name="csY88" fmla="*/ 59329 h 80255"/>
                      <a:gd name="csX89" fmla="*/ 990810 w 2478957"/>
                      <a:gd name="csY89" fmla="*/ 54586 h 80255"/>
                      <a:gd name="csX90" fmla="*/ 990810 w 2478957"/>
                      <a:gd name="csY90" fmla="*/ 168 h 80255"/>
                      <a:gd name="csX91" fmla="*/ 1008002 w 2478957"/>
                      <a:gd name="csY91" fmla="*/ 168 h 80255"/>
                      <a:gd name="csX92" fmla="*/ 1315412 w 2478957"/>
                      <a:gd name="csY92" fmla="*/ 168 h 80255"/>
                      <a:gd name="csX93" fmla="*/ 1315412 w 2478957"/>
                      <a:gd name="csY93" fmla="*/ 19311 h 80255"/>
                      <a:gd name="csX94" fmla="*/ 1283151 w 2478957"/>
                      <a:gd name="csY94" fmla="*/ 19311 h 80255"/>
                      <a:gd name="csX95" fmla="*/ 1283151 w 2478957"/>
                      <a:gd name="csY95" fmla="*/ 80256 h 80255"/>
                      <a:gd name="csX96" fmla="*/ 1264006 w 2478957"/>
                      <a:gd name="csY96" fmla="*/ 80256 h 80255"/>
                      <a:gd name="csX97" fmla="*/ 1264006 w 2478957"/>
                      <a:gd name="csY97" fmla="*/ 19311 h 80255"/>
                      <a:gd name="csX98" fmla="*/ 1231745 w 2478957"/>
                      <a:gd name="csY98" fmla="*/ 19311 h 80255"/>
                      <a:gd name="csX99" fmla="*/ 1231745 w 2478957"/>
                      <a:gd name="csY99" fmla="*/ 168 h 80255"/>
                      <a:gd name="csX100" fmla="*/ 1315412 w 2478957"/>
                      <a:gd name="csY100" fmla="*/ 168 h 80255"/>
                      <a:gd name="csX101" fmla="*/ 1539154 w 2478957"/>
                      <a:gd name="csY101" fmla="*/ 837 h 80255"/>
                      <a:gd name="csX102" fmla="*/ 1556176 w 2478957"/>
                      <a:gd name="csY102" fmla="*/ 837 h 80255"/>
                      <a:gd name="csX103" fmla="*/ 1556176 w 2478957"/>
                      <a:gd name="csY103" fmla="*/ 80256 h 80255"/>
                      <a:gd name="csX104" fmla="*/ 1539154 w 2478957"/>
                      <a:gd name="csY104" fmla="*/ 80256 h 80255"/>
                      <a:gd name="csX105" fmla="*/ 1539154 w 2478957"/>
                      <a:gd name="csY105" fmla="*/ 837 h 80255"/>
                      <a:gd name="csX106" fmla="*/ 1846002 w 2478957"/>
                      <a:gd name="csY106" fmla="*/ 26342 h 80255"/>
                      <a:gd name="csX107" fmla="*/ 1846002 w 2478957"/>
                      <a:gd name="csY107" fmla="*/ 25952 h 80255"/>
                      <a:gd name="csX108" fmla="*/ 1844050 w 2478957"/>
                      <a:gd name="csY108" fmla="*/ 21264 h 80255"/>
                      <a:gd name="csX109" fmla="*/ 1839249 w 2478957"/>
                      <a:gd name="csY109" fmla="*/ 19255 h 80255"/>
                      <a:gd name="csX110" fmla="*/ 1815198 w 2478957"/>
                      <a:gd name="csY110" fmla="*/ 19255 h 80255"/>
                      <a:gd name="csX111" fmla="*/ 1815255 w 2478957"/>
                      <a:gd name="csY111" fmla="*/ 19311 h 80255"/>
                      <a:gd name="csX112" fmla="*/ 1805930 w 2478957"/>
                      <a:gd name="csY112" fmla="*/ 19311 h 80255"/>
                      <a:gd name="csX113" fmla="*/ 1801244 w 2478957"/>
                      <a:gd name="csY113" fmla="*/ 21264 h 80255"/>
                      <a:gd name="csX114" fmla="*/ 1799292 w 2478957"/>
                      <a:gd name="csY114" fmla="*/ 26008 h 80255"/>
                      <a:gd name="csX115" fmla="*/ 1799292 w 2478957"/>
                      <a:gd name="csY115" fmla="*/ 50119 h 80255"/>
                      <a:gd name="csX116" fmla="*/ 1799292 w 2478957"/>
                      <a:gd name="csY116" fmla="*/ 54643 h 80255"/>
                      <a:gd name="csX117" fmla="*/ 1801244 w 2478957"/>
                      <a:gd name="csY117" fmla="*/ 59329 h 80255"/>
                      <a:gd name="csX118" fmla="*/ 1805426 w 2478957"/>
                      <a:gd name="csY118" fmla="*/ 61225 h 80255"/>
                      <a:gd name="csX119" fmla="*/ 1805426 w 2478957"/>
                      <a:gd name="csY119" fmla="*/ 61282 h 80255"/>
                      <a:gd name="csX120" fmla="*/ 1805712 w 2478957"/>
                      <a:gd name="csY120" fmla="*/ 61282 h 80255"/>
                      <a:gd name="csX121" fmla="*/ 1805930 w 2478957"/>
                      <a:gd name="csY121" fmla="*/ 61339 h 80255"/>
                      <a:gd name="csX122" fmla="*/ 1839306 w 2478957"/>
                      <a:gd name="csY122" fmla="*/ 61339 h 80255"/>
                      <a:gd name="csX123" fmla="*/ 1844050 w 2478957"/>
                      <a:gd name="csY123" fmla="*/ 59386 h 80255"/>
                      <a:gd name="csX124" fmla="*/ 1845945 w 2478957"/>
                      <a:gd name="csY124" fmla="*/ 54919 h 80255"/>
                      <a:gd name="csX125" fmla="*/ 1846002 w 2478957"/>
                      <a:gd name="csY125" fmla="*/ 54976 h 80255"/>
                      <a:gd name="csX126" fmla="*/ 1846002 w 2478957"/>
                      <a:gd name="csY126" fmla="*/ 30808 h 80255"/>
                      <a:gd name="csX127" fmla="*/ 1846002 w 2478957"/>
                      <a:gd name="csY127" fmla="*/ 26342 h 80255"/>
                      <a:gd name="csX128" fmla="*/ 1845840 w 2478957"/>
                      <a:gd name="csY128" fmla="*/ 168 h 80255"/>
                      <a:gd name="csX129" fmla="*/ 1862357 w 2478957"/>
                      <a:gd name="csY129" fmla="*/ 9712 h 80255"/>
                      <a:gd name="csX130" fmla="*/ 1864700 w 2478957"/>
                      <a:gd name="csY130" fmla="*/ 19311 h 80255"/>
                      <a:gd name="csX131" fmla="*/ 1864700 w 2478957"/>
                      <a:gd name="csY131" fmla="*/ 61110 h 80255"/>
                      <a:gd name="csX132" fmla="*/ 1855327 w 2478957"/>
                      <a:gd name="csY132" fmla="*/ 77855 h 80255"/>
                      <a:gd name="csX133" fmla="*/ 1845840 w 2478957"/>
                      <a:gd name="csY133" fmla="*/ 80256 h 80255"/>
                      <a:gd name="csX134" fmla="*/ 1798958 w 2478957"/>
                      <a:gd name="csY134" fmla="*/ 80256 h 80255"/>
                      <a:gd name="csX135" fmla="*/ 1790976 w 2478957"/>
                      <a:gd name="csY135" fmla="*/ 78465 h 80255"/>
                      <a:gd name="csX136" fmla="*/ 1780765 w 2478957"/>
                      <a:gd name="csY136" fmla="*/ 66140 h 80255"/>
                      <a:gd name="csX137" fmla="*/ 1780651 w 2478957"/>
                      <a:gd name="csY137" fmla="*/ 66140 h 80255"/>
                      <a:gd name="csX138" fmla="*/ 1780765 w 2478957"/>
                      <a:gd name="csY138" fmla="*/ 66083 h 80255"/>
                      <a:gd name="csX139" fmla="*/ 1780203 w 2478957"/>
                      <a:gd name="csY139" fmla="*/ 61110 h 80255"/>
                      <a:gd name="csX140" fmla="*/ 1780203 w 2478957"/>
                      <a:gd name="csY140" fmla="*/ 19311 h 80255"/>
                      <a:gd name="csX141" fmla="*/ 1782547 w 2478957"/>
                      <a:gd name="csY141" fmla="*/ 9712 h 80255"/>
                      <a:gd name="csX142" fmla="*/ 1798958 w 2478957"/>
                      <a:gd name="csY142" fmla="*/ 168 h 80255"/>
                      <a:gd name="csX143" fmla="*/ 1845840 w 2478957"/>
                      <a:gd name="csY143" fmla="*/ 168 h 80255"/>
                      <a:gd name="csX144" fmla="*/ 2172776 w 2478957"/>
                      <a:gd name="csY144" fmla="*/ 0 h 80255"/>
                      <a:gd name="csX145" fmla="*/ 2172776 w 2478957"/>
                      <a:gd name="csY145" fmla="*/ 70654 h 80255"/>
                      <a:gd name="csX146" fmla="*/ 2171662 w 2478957"/>
                      <a:gd name="csY146" fmla="*/ 75455 h 80255"/>
                      <a:gd name="csX147" fmla="*/ 2163461 w 2478957"/>
                      <a:gd name="csY147" fmla="*/ 80256 h 80255"/>
                      <a:gd name="csX148" fmla="*/ 2156203 w 2478957"/>
                      <a:gd name="csY148" fmla="*/ 77408 h 80255"/>
                      <a:gd name="csX149" fmla="*/ 2153964 w 2478957"/>
                      <a:gd name="csY149" fmla="*/ 74560 h 80255"/>
                      <a:gd name="csX150" fmla="*/ 2106587 w 2478957"/>
                      <a:gd name="csY150" fmla="*/ 26845 h 80255"/>
                      <a:gd name="csX151" fmla="*/ 2106587 w 2478957"/>
                      <a:gd name="csY151" fmla="*/ 80141 h 80255"/>
                      <a:gd name="csX152" fmla="*/ 2087832 w 2478957"/>
                      <a:gd name="csY152" fmla="*/ 80141 h 80255"/>
                      <a:gd name="csX153" fmla="*/ 2087832 w 2478957"/>
                      <a:gd name="csY153" fmla="*/ 9433 h 80255"/>
                      <a:gd name="csX154" fmla="*/ 2088947 w 2478957"/>
                      <a:gd name="csY154" fmla="*/ 4688 h 80255"/>
                      <a:gd name="csX155" fmla="*/ 2096929 w 2478957"/>
                      <a:gd name="csY155" fmla="*/ 0 h 80255"/>
                      <a:gd name="csX156" fmla="*/ 2104130 w 2478957"/>
                      <a:gd name="csY156" fmla="*/ 2400 h 80255"/>
                      <a:gd name="csX157" fmla="*/ 2106587 w 2478957"/>
                      <a:gd name="csY157" fmla="*/ 4744 h 80255"/>
                      <a:gd name="csX158" fmla="*/ 2153964 w 2478957"/>
                      <a:gd name="csY158" fmla="*/ 51900 h 80255"/>
                      <a:gd name="csX159" fmla="*/ 2154022 w 2478957"/>
                      <a:gd name="csY159" fmla="*/ 0 h 80255"/>
                      <a:gd name="csX160" fmla="*/ 2172776 w 2478957"/>
                      <a:gd name="csY160" fmla="*/ 0 h 80255"/>
                      <a:gd name="csX161" fmla="*/ 2461260 w 2478957"/>
                      <a:gd name="csY161" fmla="*/ 30640 h 80255"/>
                      <a:gd name="csX162" fmla="*/ 2470023 w 2478957"/>
                      <a:gd name="csY162" fmla="*/ 32984 h 80255"/>
                      <a:gd name="csX163" fmla="*/ 2478786 w 2478957"/>
                      <a:gd name="csY163" fmla="*/ 49395 h 80255"/>
                      <a:gd name="csX164" fmla="*/ 2478958 w 2478957"/>
                      <a:gd name="csY164" fmla="*/ 61110 h 80255"/>
                      <a:gd name="csX165" fmla="*/ 2476833 w 2478957"/>
                      <a:gd name="csY165" fmla="*/ 70654 h 80255"/>
                      <a:gd name="csX166" fmla="*/ 2461822 w 2478957"/>
                      <a:gd name="csY166" fmla="*/ 80256 h 80255"/>
                      <a:gd name="csX167" fmla="*/ 2394738 w 2478957"/>
                      <a:gd name="csY167" fmla="*/ 80256 h 80255"/>
                      <a:gd name="csX168" fmla="*/ 2394738 w 2478957"/>
                      <a:gd name="csY168" fmla="*/ 61110 h 80255"/>
                      <a:gd name="csX169" fmla="*/ 2455402 w 2478957"/>
                      <a:gd name="csY169" fmla="*/ 61110 h 80255"/>
                      <a:gd name="csX170" fmla="*/ 2461213 w 2478957"/>
                      <a:gd name="csY170" fmla="*/ 55862 h 80255"/>
                      <a:gd name="csX171" fmla="*/ 2459422 w 2478957"/>
                      <a:gd name="csY171" fmla="*/ 51290 h 80255"/>
                      <a:gd name="csX172" fmla="*/ 2455345 w 2478957"/>
                      <a:gd name="csY172" fmla="*/ 49785 h 80255"/>
                      <a:gd name="csX173" fmla="*/ 2412378 w 2478957"/>
                      <a:gd name="csY173" fmla="*/ 49785 h 80255"/>
                      <a:gd name="csX174" fmla="*/ 2403558 w 2478957"/>
                      <a:gd name="csY174" fmla="*/ 47442 h 80255"/>
                      <a:gd name="csX175" fmla="*/ 2394795 w 2478957"/>
                      <a:gd name="csY175" fmla="*/ 31031 h 80255"/>
                      <a:gd name="csX176" fmla="*/ 2394909 w 2478957"/>
                      <a:gd name="csY176" fmla="*/ 17022 h 80255"/>
                      <a:gd name="csX177" fmla="*/ 2403386 w 2478957"/>
                      <a:gd name="csY177" fmla="*/ 2289 h 80255"/>
                      <a:gd name="csX178" fmla="*/ 2411930 w 2478957"/>
                      <a:gd name="csY178" fmla="*/ 168 h 80255"/>
                      <a:gd name="csX179" fmla="*/ 2478510 w 2478957"/>
                      <a:gd name="csY179" fmla="*/ 168 h 80255"/>
                      <a:gd name="csX180" fmla="*/ 2478510 w 2478957"/>
                      <a:gd name="csY180" fmla="*/ 19311 h 80255"/>
                      <a:gd name="csX181" fmla="*/ 2418350 w 2478957"/>
                      <a:gd name="csY181" fmla="*/ 19311 h 80255"/>
                      <a:gd name="csX182" fmla="*/ 2414549 w 2478957"/>
                      <a:gd name="csY182" fmla="*/ 20315 h 80255"/>
                      <a:gd name="csX183" fmla="*/ 2412378 w 2478957"/>
                      <a:gd name="csY183" fmla="*/ 24948 h 80255"/>
                      <a:gd name="csX184" fmla="*/ 2414159 w 2478957"/>
                      <a:gd name="csY184" fmla="*/ 29635 h 80255"/>
                      <a:gd name="csX185" fmla="*/ 2418455 w 2478957"/>
                      <a:gd name="csY185" fmla="*/ 30640 h 80255"/>
                      <a:gd name="csX186" fmla="*/ 2461260 w 2478957"/>
                      <a:gd name="csY186" fmla="*/ 30640 h 802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  <a:cxn ang="0">
                        <a:pos x="csX171" y="csY171"/>
                      </a:cxn>
                      <a:cxn ang="0">
                        <a:pos x="csX172" y="csY172"/>
                      </a:cxn>
                      <a:cxn ang="0">
                        <a:pos x="csX173" y="csY173"/>
                      </a:cxn>
                      <a:cxn ang="0">
                        <a:pos x="csX174" y="csY174"/>
                      </a:cxn>
                      <a:cxn ang="0">
                        <a:pos x="csX175" y="csY175"/>
                      </a:cxn>
                      <a:cxn ang="0">
                        <a:pos x="csX176" y="csY176"/>
                      </a:cxn>
                      <a:cxn ang="0">
                        <a:pos x="csX177" y="csY177"/>
                      </a:cxn>
                      <a:cxn ang="0">
                        <a:pos x="csX178" y="csY178"/>
                      </a:cxn>
                      <a:cxn ang="0">
                        <a:pos x="csX179" y="csY179"/>
                      </a:cxn>
                      <a:cxn ang="0">
                        <a:pos x="csX180" y="csY180"/>
                      </a:cxn>
                      <a:cxn ang="0">
                        <a:pos x="csX181" y="csY181"/>
                      </a:cxn>
                      <a:cxn ang="0">
                        <a:pos x="csX182" y="csY182"/>
                      </a:cxn>
                      <a:cxn ang="0">
                        <a:pos x="csX183" y="csY183"/>
                      </a:cxn>
                      <a:cxn ang="0">
                        <a:pos x="csX184" y="csY184"/>
                      </a:cxn>
                      <a:cxn ang="0">
                        <a:pos x="csX185" y="csY185"/>
                      </a:cxn>
                      <a:cxn ang="0">
                        <a:pos x="csX186" y="csY186"/>
                      </a:cxn>
                    </a:cxnLst>
                    <a:rect l="l" t="t" r="r" b="b"/>
                    <a:pathLst>
                      <a:path w="2478957" h="80255">
                        <a:moveTo>
                          <a:pt x="66523" y="30640"/>
                        </a:moveTo>
                        <a:cubicBezTo>
                          <a:pt x="69428" y="30640"/>
                          <a:pt x="72352" y="31421"/>
                          <a:pt x="75286" y="32984"/>
                        </a:cubicBezTo>
                        <a:cubicBezTo>
                          <a:pt x="81134" y="36109"/>
                          <a:pt x="84049" y="41579"/>
                          <a:pt x="84049" y="49395"/>
                        </a:cubicBezTo>
                        <a:lnTo>
                          <a:pt x="84220" y="61110"/>
                        </a:lnTo>
                        <a:cubicBezTo>
                          <a:pt x="84220" y="64311"/>
                          <a:pt x="83515" y="67492"/>
                          <a:pt x="82096" y="70654"/>
                        </a:cubicBezTo>
                        <a:cubicBezTo>
                          <a:pt x="79229" y="77055"/>
                          <a:pt x="74228" y="80256"/>
                          <a:pt x="67085" y="80256"/>
                        </a:cubicBezTo>
                        <a:lnTo>
                          <a:pt x="0" y="80256"/>
                        </a:lnTo>
                        <a:lnTo>
                          <a:pt x="0" y="61110"/>
                        </a:lnTo>
                        <a:lnTo>
                          <a:pt x="60665" y="61110"/>
                        </a:lnTo>
                        <a:cubicBezTo>
                          <a:pt x="64532" y="61110"/>
                          <a:pt x="66475" y="59367"/>
                          <a:pt x="66475" y="55862"/>
                        </a:cubicBezTo>
                        <a:cubicBezTo>
                          <a:pt x="66475" y="53891"/>
                          <a:pt x="65875" y="52367"/>
                          <a:pt x="64684" y="51290"/>
                        </a:cubicBezTo>
                        <a:cubicBezTo>
                          <a:pt x="63646" y="50319"/>
                          <a:pt x="62284" y="49823"/>
                          <a:pt x="60607" y="49785"/>
                        </a:cubicBezTo>
                        <a:lnTo>
                          <a:pt x="17640" y="49785"/>
                        </a:lnTo>
                        <a:cubicBezTo>
                          <a:pt x="14697" y="49785"/>
                          <a:pt x="11754" y="49004"/>
                          <a:pt x="8820" y="47442"/>
                        </a:cubicBezTo>
                        <a:cubicBezTo>
                          <a:pt x="2981" y="44318"/>
                          <a:pt x="57" y="38844"/>
                          <a:pt x="57" y="31031"/>
                        </a:cubicBezTo>
                        <a:cubicBezTo>
                          <a:pt x="19" y="22622"/>
                          <a:pt x="57" y="17953"/>
                          <a:pt x="171" y="17022"/>
                        </a:cubicBezTo>
                        <a:cubicBezTo>
                          <a:pt x="171" y="9990"/>
                          <a:pt x="3000" y="5079"/>
                          <a:pt x="8649" y="2289"/>
                        </a:cubicBezTo>
                        <a:cubicBezTo>
                          <a:pt x="11478" y="874"/>
                          <a:pt x="14326" y="168"/>
                          <a:pt x="17193" y="168"/>
                        </a:cubicBezTo>
                        <a:lnTo>
                          <a:pt x="83772" y="168"/>
                        </a:lnTo>
                        <a:lnTo>
                          <a:pt x="83772" y="19311"/>
                        </a:lnTo>
                        <a:lnTo>
                          <a:pt x="23613" y="19311"/>
                        </a:lnTo>
                        <a:cubicBezTo>
                          <a:pt x="22117" y="19311"/>
                          <a:pt x="20860" y="19645"/>
                          <a:pt x="19812" y="20315"/>
                        </a:cubicBezTo>
                        <a:cubicBezTo>
                          <a:pt x="18364" y="21283"/>
                          <a:pt x="17640" y="22827"/>
                          <a:pt x="17640" y="24948"/>
                        </a:cubicBezTo>
                        <a:cubicBezTo>
                          <a:pt x="17640" y="27180"/>
                          <a:pt x="18231" y="28743"/>
                          <a:pt x="19421" y="29635"/>
                        </a:cubicBezTo>
                        <a:cubicBezTo>
                          <a:pt x="20355" y="30306"/>
                          <a:pt x="21784" y="30640"/>
                          <a:pt x="23717" y="30640"/>
                        </a:cubicBezTo>
                        <a:lnTo>
                          <a:pt x="66523" y="30640"/>
                        </a:lnTo>
                        <a:close/>
                        <a:moveTo>
                          <a:pt x="374104" y="26342"/>
                        </a:moveTo>
                        <a:lnTo>
                          <a:pt x="374104" y="25952"/>
                        </a:lnTo>
                        <a:cubicBezTo>
                          <a:pt x="374104" y="24129"/>
                          <a:pt x="373447" y="22567"/>
                          <a:pt x="372151" y="21264"/>
                        </a:cubicBezTo>
                        <a:cubicBezTo>
                          <a:pt x="370846" y="19924"/>
                          <a:pt x="369246" y="19255"/>
                          <a:pt x="367351" y="19255"/>
                        </a:cubicBezTo>
                        <a:lnTo>
                          <a:pt x="343291" y="19255"/>
                        </a:lnTo>
                        <a:lnTo>
                          <a:pt x="343348" y="19311"/>
                        </a:lnTo>
                        <a:lnTo>
                          <a:pt x="334032" y="19311"/>
                        </a:lnTo>
                        <a:cubicBezTo>
                          <a:pt x="332203" y="19311"/>
                          <a:pt x="330641" y="19962"/>
                          <a:pt x="329336" y="21264"/>
                        </a:cubicBezTo>
                        <a:cubicBezTo>
                          <a:pt x="328041" y="22567"/>
                          <a:pt x="327384" y="24148"/>
                          <a:pt x="327384" y="26008"/>
                        </a:cubicBezTo>
                        <a:lnTo>
                          <a:pt x="327384" y="50119"/>
                        </a:lnTo>
                        <a:lnTo>
                          <a:pt x="327384" y="54643"/>
                        </a:lnTo>
                        <a:cubicBezTo>
                          <a:pt x="327384" y="56462"/>
                          <a:pt x="328041" y="58024"/>
                          <a:pt x="329336" y="59329"/>
                        </a:cubicBezTo>
                        <a:cubicBezTo>
                          <a:pt x="330527" y="60482"/>
                          <a:pt x="331927" y="61110"/>
                          <a:pt x="333527" y="61225"/>
                        </a:cubicBezTo>
                        <a:lnTo>
                          <a:pt x="333527" y="61282"/>
                        </a:lnTo>
                        <a:lnTo>
                          <a:pt x="333804" y="61282"/>
                        </a:lnTo>
                        <a:cubicBezTo>
                          <a:pt x="333918" y="61320"/>
                          <a:pt x="333994" y="61339"/>
                          <a:pt x="334032" y="61339"/>
                        </a:cubicBezTo>
                        <a:lnTo>
                          <a:pt x="367408" y="61339"/>
                        </a:lnTo>
                        <a:cubicBezTo>
                          <a:pt x="369265" y="61339"/>
                          <a:pt x="370846" y="60682"/>
                          <a:pt x="372151" y="59386"/>
                        </a:cubicBezTo>
                        <a:cubicBezTo>
                          <a:pt x="373342" y="58158"/>
                          <a:pt x="373971" y="56662"/>
                          <a:pt x="374047" y="54919"/>
                        </a:cubicBezTo>
                        <a:lnTo>
                          <a:pt x="374104" y="54976"/>
                        </a:lnTo>
                        <a:lnTo>
                          <a:pt x="374104" y="30808"/>
                        </a:lnTo>
                        <a:lnTo>
                          <a:pt x="374104" y="26342"/>
                        </a:lnTo>
                        <a:close/>
                        <a:moveTo>
                          <a:pt x="373932" y="168"/>
                        </a:moveTo>
                        <a:cubicBezTo>
                          <a:pt x="381819" y="168"/>
                          <a:pt x="387325" y="3349"/>
                          <a:pt x="390458" y="9712"/>
                        </a:cubicBezTo>
                        <a:cubicBezTo>
                          <a:pt x="392020" y="12948"/>
                          <a:pt x="392801" y="16148"/>
                          <a:pt x="392801" y="19311"/>
                        </a:cubicBezTo>
                        <a:lnTo>
                          <a:pt x="392801" y="61110"/>
                        </a:lnTo>
                        <a:cubicBezTo>
                          <a:pt x="392801" y="69111"/>
                          <a:pt x="389668" y="74693"/>
                          <a:pt x="383419" y="77855"/>
                        </a:cubicBezTo>
                        <a:cubicBezTo>
                          <a:pt x="380295" y="79456"/>
                          <a:pt x="377133" y="80256"/>
                          <a:pt x="373932" y="80256"/>
                        </a:cubicBezTo>
                        <a:lnTo>
                          <a:pt x="327050" y="80256"/>
                        </a:lnTo>
                        <a:cubicBezTo>
                          <a:pt x="324488" y="80256"/>
                          <a:pt x="321821" y="79665"/>
                          <a:pt x="319068" y="78465"/>
                        </a:cubicBezTo>
                        <a:cubicBezTo>
                          <a:pt x="313487" y="76122"/>
                          <a:pt x="310086" y="72017"/>
                          <a:pt x="308858" y="66140"/>
                        </a:cubicBezTo>
                        <a:lnTo>
                          <a:pt x="308743" y="66140"/>
                        </a:lnTo>
                        <a:lnTo>
                          <a:pt x="308858" y="66083"/>
                        </a:lnTo>
                        <a:cubicBezTo>
                          <a:pt x="308486" y="64368"/>
                          <a:pt x="308305" y="62711"/>
                          <a:pt x="308305" y="61110"/>
                        </a:cubicBezTo>
                        <a:lnTo>
                          <a:pt x="308305" y="19311"/>
                        </a:lnTo>
                        <a:cubicBezTo>
                          <a:pt x="308305" y="16148"/>
                          <a:pt x="309086" y="12948"/>
                          <a:pt x="310648" y="9712"/>
                        </a:cubicBezTo>
                        <a:cubicBezTo>
                          <a:pt x="313773" y="3349"/>
                          <a:pt x="319240" y="168"/>
                          <a:pt x="327050" y="168"/>
                        </a:cubicBezTo>
                        <a:lnTo>
                          <a:pt x="373932" y="168"/>
                        </a:lnTo>
                        <a:close/>
                        <a:moveTo>
                          <a:pt x="633622" y="168"/>
                        </a:moveTo>
                        <a:lnTo>
                          <a:pt x="633622" y="54414"/>
                        </a:lnTo>
                        <a:cubicBezTo>
                          <a:pt x="633622" y="56272"/>
                          <a:pt x="634222" y="57853"/>
                          <a:pt x="635413" y="59158"/>
                        </a:cubicBezTo>
                        <a:cubicBezTo>
                          <a:pt x="636603" y="60463"/>
                          <a:pt x="638032" y="61110"/>
                          <a:pt x="639709" y="61110"/>
                        </a:cubicBezTo>
                        <a:lnTo>
                          <a:pt x="701764" y="61110"/>
                        </a:lnTo>
                        <a:lnTo>
                          <a:pt x="701764" y="80256"/>
                        </a:lnTo>
                        <a:lnTo>
                          <a:pt x="633289" y="80256"/>
                        </a:lnTo>
                        <a:cubicBezTo>
                          <a:pt x="626107" y="80256"/>
                          <a:pt x="621087" y="77055"/>
                          <a:pt x="618220" y="70654"/>
                        </a:cubicBezTo>
                        <a:cubicBezTo>
                          <a:pt x="616801" y="67454"/>
                          <a:pt x="616096" y="64273"/>
                          <a:pt x="616096" y="61110"/>
                        </a:cubicBezTo>
                        <a:lnTo>
                          <a:pt x="616096" y="168"/>
                        </a:lnTo>
                        <a:lnTo>
                          <a:pt x="633622" y="168"/>
                        </a:lnTo>
                        <a:close/>
                        <a:moveTo>
                          <a:pt x="1008002" y="168"/>
                        </a:moveTo>
                        <a:lnTo>
                          <a:pt x="1008002" y="61053"/>
                        </a:lnTo>
                        <a:cubicBezTo>
                          <a:pt x="1008002" y="69054"/>
                          <a:pt x="1005116" y="74655"/>
                          <a:pt x="999353" y="77855"/>
                        </a:cubicBezTo>
                        <a:cubicBezTo>
                          <a:pt x="996448" y="79456"/>
                          <a:pt x="993562" y="80256"/>
                          <a:pt x="990705" y="80256"/>
                        </a:cubicBezTo>
                        <a:lnTo>
                          <a:pt x="941089" y="80256"/>
                        </a:lnTo>
                        <a:cubicBezTo>
                          <a:pt x="938222" y="80256"/>
                          <a:pt x="935336" y="79456"/>
                          <a:pt x="932431" y="77855"/>
                        </a:cubicBezTo>
                        <a:cubicBezTo>
                          <a:pt x="926706" y="74655"/>
                          <a:pt x="923839" y="69054"/>
                          <a:pt x="923839" y="61053"/>
                        </a:cubicBezTo>
                        <a:lnTo>
                          <a:pt x="923839" y="168"/>
                        </a:lnTo>
                        <a:lnTo>
                          <a:pt x="941423" y="168"/>
                        </a:lnTo>
                        <a:lnTo>
                          <a:pt x="941423" y="54586"/>
                        </a:lnTo>
                        <a:cubicBezTo>
                          <a:pt x="941423" y="56443"/>
                          <a:pt x="942013" y="58024"/>
                          <a:pt x="943204" y="59329"/>
                        </a:cubicBezTo>
                        <a:cubicBezTo>
                          <a:pt x="944394" y="60625"/>
                          <a:pt x="945833" y="61282"/>
                          <a:pt x="947499" y="61282"/>
                        </a:cubicBezTo>
                        <a:lnTo>
                          <a:pt x="984675" y="61282"/>
                        </a:lnTo>
                        <a:cubicBezTo>
                          <a:pt x="986352" y="61282"/>
                          <a:pt x="987800" y="60625"/>
                          <a:pt x="989028" y="59329"/>
                        </a:cubicBezTo>
                        <a:cubicBezTo>
                          <a:pt x="990219" y="58024"/>
                          <a:pt x="990810" y="56443"/>
                          <a:pt x="990810" y="54586"/>
                        </a:cubicBezTo>
                        <a:lnTo>
                          <a:pt x="990810" y="168"/>
                        </a:lnTo>
                        <a:lnTo>
                          <a:pt x="1008002" y="168"/>
                        </a:lnTo>
                        <a:close/>
                        <a:moveTo>
                          <a:pt x="1315412" y="168"/>
                        </a:moveTo>
                        <a:lnTo>
                          <a:pt x="1315412" y="19311"/>
                        </a:lnTo>
                        <a:lnTo>
                          <a:pt x="1283151" y="19311"/>
                        </a:lnTo>
                        <a:lnTo>
                          <a:pt x="1283151" y="80256"/>
                        </a:lnTo>
                        <a:lnTo>
                          <a:pt x="1264006" y="80256"/>
                        </a:lnTo>
                        <a:lnTo>
                          <a:pt x="1264006" y="19311"/>
                        </a:lnTo>
                        <a:lnTo>
                          <a:pt x="1231745" y="19311"/>
                        </a:lnTo>
                        <a:lnTo>
                          <a:pt x="1231745" y="168"/>
                        </a:lnTo>
                        <a:lnTo>
                          <a:pt x="1315412" y="168"/>
                        </a:lnTo>
                        <a:close/>
                        <a:moveTo>
                          <a:pt x="1539154" y="837"/>
                        </a:moveTo>
                        <a:lnTo>
                          <a:pt x="1556176" y="837"/>
                        </a:lnTo>
                        <a:lnTo>
                          <a:pt x="1556176" y="80256"/>
                        </a:lnTo>
                        <a:lnTo>
                          <a:pt x="1539154" y="80256"/>
                        </a:lnTo>
                        <a:lnTo>
                          <a:pt x="1539154" y="837"/>
                        </a:lnTo>
                        <a:close/>
                        <a:moveTo>
                          <a:pt x="1846002" y="26342"/>
                        </a:moveTo>
                        <a:lnTo>
                          <a:pt x="1846002" y="25952"/>
                        </a:lnTo>
                        <a:cubicBezTo>
                          <a:pt x="1846002" y="24129"/>
                          <a:pt x="1845354" y="22567"/>
                          <a:pt x="1844050" y="21264"/>
                        </a:cubicBezTo>
                        <a:cubicBezTo>
                          <a:pt x="1842745" y="19924"/>
                          <a:pt x="1841145" y="19255"/>
                          <a:pt x="1839249" y="19255"/>
                        </a:cubicBezTo>
                        <a:lnTo>
                          <a:pt x="1815198" y="19255"/>
                        </a:lnTo>
                        <a:lnTo>
                          <a:pt x="1815255" y="19311"/>
                        </a:lnTo>
                        <a:lnTo>
                          <a:pt x="1805930" y="19311"/>
                        </a:lnTo>
                        <a:cubicBezTo>
                          <a:pt x="1804111" y="19311"/>
                          <a:pt x="1802549" y="19962"/>
                          <a:pt x="1801244" y="21264"/>
                        </a:cubicBezTo>
                        <a:cubicBezTo>
                          <a:pt x="1799939" y="22567"/>
                          <a:pt x="1799292" y="24148"/>
                          <a:pt x="1799292" y="26008"/>
                        </a:cubicBezTo>
                        <a:lnTo>
                          <a:pt x="1799292" y="50119"/>
                        </a:lnTo>
                        <a:lnTo>
                          <a:pt x="1799292" y="54643"/>
                        </a:lnTo>
                        <a:cubicBezTo>
                          <a:pt x="1799292" y="56462"/>
                          <a:pt x="1799939" y="58024"/>
                          <a:pt x="1801244" y="59329"/>
                        </a:cubicBezTo>
                        <a:cubicBezTo>
                          <a:pt x="1802435" y="60482"/>
                          <a:pt x="1803826" y="61110"/>
                          <a:pt x="1805426" y="61225"/>
                        </a:cubicBezTo>
                        <a:lnTo>
                          <a:pt x="1805426" y="61282"/>
                        </a:lnTo>
                        <a:lnTo>
                          <a:pt x="1805712" y="61282"/>
                        </a:lnTo>
                        <a:cubicBezTo>
                          <a:pt x="1805816" y="61320"/>
                          <a:pt x="1805892" y="61339"/>
                          <a:pt x="1805930" y="61339"/>
                        </a:cubicBezTo>
                        <a:lnTo>
                          <a:pt x="1839306" y="61339"/>
                        </a:lnTo>
                        <a:cubicBezTo>
                          <a:pt x="1841163" y="61339"/>
                          <a:pt x="1842745" y="60682"/>
                          <a:pt x="1844050" y="59386"/>
                        </a:cubicBezTo>
                        <a:cubicBezTo>
                          <a:pt x="1845240" y="58158"/>
                          <a:pt x="1845869" y="56662"/>
                          <a:pt x="1845945" y="54919"/>
                        </a:cubicBezTo>
                        <a:lnTo>
                          <a:pt x="1846002" y="54976"/>
                        </a:lnTo>
                        <a:lnTo>
                          <a:pt x="1846002" y="30808"/>
                        </a:lnTo>
                        <a:lnTo>
                          <a:pt x="1846002" y="26342"/>
                        </a:lnTo>
                        <a:close/>
                        <a:moveTo>
                          <a:pt x="1845840" y="168"/>
                        </a:moveTo>
                        <a:cubicBezTo>
                          <a:pt x="1853727" y="168"/>
                          <a:pt x="1859232" y="3349"/>
                          <a:pt x="1862357" y="9712"/>
                        </a:cubicBezTo>
                        <a:cubicBezTo>
                          <a:pt x="1863919" y="12948"/>
                          <a:pt x="1864700" y="16148"/>
                          <a:pt x="1864700" y="19311"/>
                        </a:cubicBezTo>
                        <a:lnTo>
                          <a:pt x="1864700" y="61110"/>
                        </a:lnTo>
                        <a:cubicBezTo>
                          <a:pt x="1864700" y="69111"/>
                          <a:pt x="1861576" y="74693"/>
                          <a:pt x="1855327" y="77855"/>
                        </a:cubicBezTo>
                        <a:cubicBezTo>
                          <a:pt x="1852203" y="79456"/>
                          <a:pt x="1849041" y="80256"/>
                          <a:pt x="1845840" y="80256"/>
                        </a:cubicBezTo>
                        <a:lnTo>
                          <a:pt x="1798958" y="80256"/>
                        </a:lnTo>
                        <a:cubicBezTo>
                          <a:pt x="1796386" y="80256"/>
                          <a:pt x="1793729" y="79665"/>
                          <a:pt x="1790976" y="78465"/>
                        </a:cubicBezTo>
                        <a:cubicBezTo>
                          <a:pt x="1785395" y="76122"/>
                          <a:pt x="1781985" y="72017"/>
                          <a:pt x="1780765" y="66140"/>
                        </a:cubicBezTo>
                        <a:lnTo>
                          <a:pt x="1780651" y="66140"/>
                        </a:lnTo>
                        <a:lnTo>
                          <a:pt x="1780765" y="66083"/>
                        </a:lnTo>
                        <a:cubicBezTo>
                          <a:pt x="1780385" y="64368"/>
                          <a:pt x="1780203" y="62711"/>
                          <a:pt x="1780203" y="61110"/>
                        </a:cubicBezTo>
                        <a:lnTo>
                          <a:pt x="1780203" y="19311"/>
                        </a:lnTo>
                        <a:cubicBezTo>
                          <a:pt x="1780203" y="16148"/>
                          <a:pt x="1780985" y="12948"/>
                          <a:pt x="1782547" y="9712"/>
                        </a:cubicBezTo>
                        <a:cubicBezTo>
                          <a:pt x="1785671" y="3349"/>
                          <a:pt x="1791138" y="168"/>
                          <a:pt x="1798958" y="168"/>
                        </a:cubicBezTo>
                        <a:lnTo>
                          <a:pt x="1845840" y="168"/>
                        </a:lnTo>
                        <a:close/>
                        <a:moveTo>
                          <a:pt x="2172776" y="0"/>
                        </a:moveTo>
                        <a:lnTo>
                          <a:pt x="2172776" y="70654"/>
                        </a:lnTo>
                        <a:cubicBezTo>
                          <a:pt x="2172814" y="72293"/>
                          <a:pt x="2172443" y="73893"/>
                          <a:pt x="2171662" y="75455"/>
                        </a:cubicBezTo>
                        <a:cubicBezTo>
                          <a:pt x="2170138" y="78656"/>
                          <a:pt x="2167404" y="80256"/>
                          <a:pt x="2163461" y="80256"/>
                        </a:cubicBezTo>
                        <a:cubicBezTo>
                          <a:pt x="2160670" y="80256"/>
                          <a:pt x="2158251" y="79303"/>
                          <a:pt x="2156203" y="77408"/>
                        </a:cubicBezTo>
                        <a:cubicBezTo>
                          <a:pt x="2155193" y="76446"/>
                          <a:pt x="2154450" y="75493"/>
                          <a:pt x="2153964" y="74560"/>
                        </a:cubicBezTo>
                        <a:lnTo>
                          <a:pt x="2106587" y="26845"/>
                        </a:lnTo>
                        <a:lnTo>
                          <a:pt x="2106587" y="80141"/>
                        </a:lnTo>
                        <a:lnTo>
                          <a:pt x="2087832" y="80141"/>
                        </a:lnTo>
                        <a:lnTo>
                          <a:pt x="2087832" y="9433"/>
                        </a:lnTo>
                        <a:cubicBezTo>
                          <a:pt x="2087832" y="7870"/>
                          <a:pt x="2088204" y="6288"/>
                          <a:pt x="2088947" y="4688"/>
                        </a:cubicBezTo>
                        <a:cubicBezTo>
                          <a:pt x="2090471" y="1563"/>
                          <a:pt x="2093138" y="0"/>
                          <a:pt x="2096929" y="0"/>
                        </a:cubicBezTo>
                        <a:cubicBezTo>
                          <a:pt x="2099539" y="0"/>
                          <a:pt x="2101939" y="800"/>
                          <a:pt x="2104130" y="2400"/>
                        </a:cubicBezTo>
                        <a:cubicBezTo>
                          <a:pt x="2105206" y="3181"/>
                          <a:pt x="2106025" y="3962"/>
                          <a:pt x="2106587" y="4744"/>
                        </a:cubicBezTo>
                        <a:lnTo>
                          <a:pt x="2153964" y="51900"/>
                        </a:lnTo>
                        <a:lnTo>
                          <a:pt x="2154022" y="0"/>
                        </a:lnTo>
                        <a:lnTo>
                          <a:pt x="2172776" y="0"/>
                        </a:lnTo>
                        <a:close/>
                        <a:moveTo>
                          <a:pt x="2461260" y="30640"/>
                        </a:moveTo>
                        <a:cubicBezTo>
                          <a:pt x="2464165" y="30640"/>
                          <a:pt x="2467090" y="31421"/>
                          <a:pt x="2470023" y="32984"/>
                        </a:cubicBezTo>
                        <a:cubicBezTo>
                          <a:pt x="2475872" y="36109"/>
                          <a:pt x="2478786" y="41579"/>
                          <a:pt x="2478786" y="49395"/>
                        </a:cubicBezTo>
                        <a:lnTo>
                          <a:pt x="2478958" y="61110"/>
                        </a:lnTo>
                        <a:cubicBezTo>
                          <a:pt x="2478958" y="64311"/>
                          <a:pt x="2478253" y="67492"/>
                          <a:pt x="2476833" y="70654"/>
                        </a:cubicBezTo>
                        <a:cubicBezTo>
                          <a:pt x="2473966" y="77055"/>
                          <a:pt x="2468966" y="80256"/>
                          <a:pt x="2461822" y="80256"/>
                        </a:cubicBezTo>
                        <a:lnTo>
                          <a:pt x="2394738" y="80256"/>
                        </a:lnTo>
                        <a:lnTo>
                          <a:pt x="2394738" y="61110"/>
                        </a:lnTo>
                        <a:lnTo>
                          <a:pt x="2455402" y="61110"/>
                        </a:lnTo>
                        <a:cubicBezTo>
                          <a:pt x="2459269" y="61110"/>
                          <a:pt x="2461213" y="59367"/>
                          <a:pt x="2461213" y="55862"/>
                        </a:cubicBezTo>
                        <a:cubicBezTo>
                          <a:pt x="2461213" y="53891"/>
                          <a:pt x="2460612" y="52367"/>
                          <a:pt x="2459422" y="51290"/>
                        </a:cubicBezTo>
                        <a:cubicBezTo>
                          <a:pt x="2458384" y="50319"/>
                          <a:pt x="2457022" y="49823"/>
                          <a:pt x="2455345" y="49785"/>
                        </a:cubicBezTo>
                        <a:lnTo>
                          <a:pt x="2412378" y="49785"/>
                        </a:lnTo>
                        <a:cubicBezTo>
                          <a:pt x="2409435" y="49785"/>
                          <a:pt x="2406491" y="49004"/>
                          <a:pt x="2403558" y="47442"/>
                        </a:cubicBezTo>
                        <a:cubicBezTo>
                          <a:pt x="2397719" y="44318"/>
                          <a:pt x="2394795" y="38844"/>
                          <a:pt x="2394795" y="31031"/>
                        </a:cubicBezTo>
                        <a:cubicBezTo>
                          <a:pt x="2394756" y="22622"/>
                          <a:pt x="2394795" y="17953"/>
                          <a:pt x="2394909" y="17022"/>
                        </a:cubicBezTo>
                        <a:cubicBezTo>
                          <a:pt x="2394909" y="9990"/>
                          <a:pt x="2397728" y="5079"/>
                          <a:pt x="2403386" y="2289"/>
                        </a:cubicBezTo>
                        <a:cubicBezTo>
                          <a:pt x="2406215" y="874"/>
                          <a:pt x="2409063" y="168"/>
                          <a:pt x="2411930" y="168"/>
                        </a:cubicBezTo>
                        <a:lnTo>
                          <a:pt x="2478510" y="168"/>
                        </a:lnTo>
                        <a:lnTo>
                          <a:pt x="2478510" y="19311"/>
                        </a:lnTo>
                        <a:lnTo>
                          <a:pt x="2418350" y="19311"/>
                        </a:lnTo>
                        <a:cubicBezTo>
                          <a:pt x="2416854" y="19311"/>
                          <a:pt x="2415588" y="19645"/>
                          <a:pt x="2414549" y="20315"/>
                        </a:cubicBezTo>
                        <a:cubicBezTo>
                          <a:pt x="2413102" y="21283"/>
                          <a:pt x="2412378" y="22827"/>
                          <a:pt x="2412378" y="24948"/>
                        </a:cubicBezTo>
                        <a:cubicBezTo>
                          <a:pt x="2412378" y="27180"/>
                          <a:pt x="2412968" y="28743"/>
                          <a:pt x="2414159" y="29635"/>
                        </a:cubicBezTo>
                        <a:cubicBezTo>
                          <a:pt x="2415092" y="30306"/>
                          <a:pt x="2416521" y="30640"/>
                          <a:pt x="2418455" y="30640"/>
                        </a:cubicBezTo>
                        <a:lnTo>
                          <a:pt x="2461260" y="30640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29E3507D-7E97-A6D4-F42F-9B9E64819CF2}"/>
                      </a:ext>
                    </a:extLst>
                  </p:cNvPr>
                  <p:cNvSpPr/>
                  <p:nvPr/>
                </p:nvSpPr>
                <p:spPr>
                  <a:xfrm>
                    <a:off x="5262180" y="3190875"/>
                    <a:ext cx="2483596" cy="400050"/>
                  </a:xfrm>
                  <a:custGeom>
                    <a:avLst/>
                    <a:gdLst>
                      <a:gd name="csX0" fmla="*/ 74867 w 2483596"/>
                      <a:gd name="csY0" fmla="*/ 0 h 400050"/>
                      <a:gd name="csX1" fmla="*/ 87440 w 2483596"/>
                      <a:gd name="csY1" fmla="*/ 12573 h 400050"/>
                      <a:gd name="csX2" fmla="*/ 87440 w 2483596"/>
                      <a:gd name="csY2" fmla="*/ 387477 h 400050"/>
                      <a:gd name="csX3" fmla="*/ 74867 w 2483596"/>
                      <a:gd name="csY3" fmla="*/ 400050 h 400050"/>
                      <a:gd name="csX4" fmla="*/ 13144 w 2483596"/>
                      <a:gd name="csY4" fmla="*/ 400050 h 400050"/>
                      <a:gd name="csX5" fmla="*/ 0 w 2483596"/>
                      <a:gd name="csY5" fmla="*/ 387477 h 400050"/>
                      <a:gd name="csX6" fmla="*/ 0 w 2483596"/>
                      <a:gd name="csY6" fmla="*/ 12573 h 400050"/>
                      <a:gd name="csX7" fmla="*/ 13144 w 2483596"/>
                      <a:gd name="csY7" fmla="*/ 0 h 400050"/>
                      <a:gd name="csX8" fmla="*/ 74867 w 2483596"/>
                      <a:gd name="csY8" fmla="*/ 0 h 400050"/>
                      <a:gd name="csX9" fmla="*/ 219532 w 2483596"/>
                      <a:gd name="csY9" fmla="*/ 0 h 400050"/>
                      <a:gd name="csX10" fmla="*/ 242392 w 2483596"/>
                      <a:gd name="csY10" fmla="*/ 1143 h 400050"/>
                      <a:gd name="csX11" fmla="*/ 258394 w 2483596"/>
                      <a:gd name="csY11" fmla="*/ 6286 h 400050"/>
                      <a:gd name="csX12" fmla="*/ 271539 w 2483596"/>
                      <a:gd name="csY12" fmla="*/ 16574 h 400050"/>
                      <a:gd name="csX13" fmla="*/ 285826 w 2483596"/>
                      <a:gd name="csY13" fmla="*/ 33719 h 400050"/>
                      <a:gd name="csX14" fmla="*/ 498424 w 2483596"/>
                      <a:gd name="csY14" fmla="*/ 312611 h 400050"/>
                      <a:gd name="csX15" fmla="*/ 505854 w 2483596"/>
                      <a:gd name="csY15" fmla="*/ 316611 h 400050"/>
                      <a:gd name="csX16" fmla="*/ 510997 w 2483596"/>
                      <a:gd name="csY16" fmla="*/ 316611 h 400050"/>
                      <a:gd name="csX17" fmla="*/ 515569 w 2483596"/>
                      <a:gd name="csY17" fmla="*/ 310896 h 400050"/>
                      <a:gd name="csX18" fmla="*/ 515569 w 2483596"/>
                      <a:gd name="csY18" fmla="*/ 12573 h 400050"/>
                      <a:gd name="csX19" fmla="*/ 528142 w 2483596"/>
                      <a:gd name="csY19" fmla="*/ 0 h 400050"/>
                      <a:gd name="csX20" fmla="*/ 588150 w 2483596"/>
                      <a:gd name="csY20" fmla="*/ 0 h 400050"/>
                      <a:gd name="csX21" fmla="*/ 600723 w 2483596"/>
                      <a:gd name="csY21" fmla="*/ 12573 h 400050"/>
                      <a:gd name="csX22" fmla="*/ 600723 w 2483596"/>
                      <a:gd name="csY22" fmla="*/ 340614 h 400050"/>
                      <a:gd name="csX23" fmla="*/ 588150 w 2483596"/>
                      <a:gd name="csY23" fmla="*/ 388048 h 400050"/>
                      <a:gd name="csX24" fmla="*/ 549288 w 2483596"/>
                      <a:gd name="csY24" fmla="*/ 400050 h 400050"/>
                      <a:gd name="csX25" fmla="*/ 500139 w 2483596"/>
                      <a:gd name="csY25" fmla="*/ 400050 h 400050"/>
                      <a:gd name="csX26" fmla="*/ 477850 w 2483596"/>
                      <a:gd name="csY26" fmla="*/ 398907 h 400050"/>
                      <a:gd name="csX27" fmla="*/ 462420 w 2483596"/>
                      <a:gd name="csY27" fmla="*/ 394335 h 400050"/>
                      <a:gd name="csX28" fmla="*/ 448704 w 2483596"/>
                      <a:gd name="csY28" fmla="*/ 384619 h 400050"/>
                      <a:gd name="csX29" fmla="*/ 433845 w 2483596"/>
                      <a:gd name="csY29" fmla="*/ 366332 h 400050"/>
                      <a:gd name="csX30" fmla="*/ 220675 w 2483596"/>
                      <a:gd name="csY30" fmla="*/ 87440 h 400050"/>
                      <a:gd name="csX31" fmla="*/ 213246 w 2483596"/>
                      <a:gd name="csY31" fmla="*/ 83439 h 400050"/>
                      <a:gd name="csX32" fmla="*/ 208102 w 2483596"/>
                      <a:gd name="csY32" fmla="*/ 83439 h 400050"/>
                      <a:gd name="csX33" fmla="*/ 203530 w 2483596"/>
                      <a:gd name="csY33" fmla="*/ 89154 h 400050"/>
                      <a:gd name="csX34" fmla="*/ 203530 w 2483596"/>
                      <a:gd name="csY34" fmla="*/ 387477 h 400050"/>
                      <a:gd name="csX35" fmla="*/ 190957 w 2483596"/>
                      <a:gd name="csY35" fmla="*/ 400050 h 400050"/>
                      <a:gd name="csX36" fmla="*/ 130950 w 2483596"/>
                      <a:gd name="csY36" fmla="*/ 400050 h 400050"/>
                      <a:gd name="csX37" fmla="*/ 117805 w 2483596"/>
                      <a:gd name="csY37" fmla="*/ 387477 h 400050"/>
                      <a:gd name="csX38" fmla="*/ 117805 w 2483596"/>
                      <a:gd name="csY38" fmla="*/ 59436 h 400050"/>
                      <a:gd name="csX39" fmla="*/ 130378 w 2483596"/>
                      <a:gd name="csY39" fmla="*/ 12573 h 400050"/>
                      <a:gd name="csX40" fmla="*/ 169240 w 2483596"/>
                      <a:gd name="csY40" fmla="*/ 0 h 400050"/>
                      <a:gd name="csX41" fmla="*/ 219532 w 2483596"/>
                      <a:gd name="csY41" fmla="*/ 0 h 400050"/>
                      <a:gd name="csX42" fmla="*/ 1043940 w 2483596"/>
                      <a:gd name="csY42" fmla="*/ 0 h 400050"/>
                      <a:gd name="csX43" fmla="*/ 1056513 w 2483596"/>
                      <a:gd name="csY43" fmla="*/ 12573 h 400050"/>
                      <a:gd name="csX44" fmla="*/ 1056513 w 2483596"/>
                      <a:gd name="csY44" fmla="*/ 68580 h 400050"/>
                      <a:gd name="csX45" fmla="*/ 1043940 w 2483596"/>
                      <a:gd name="csY45" fmla="*/ 81725 h 400050"/>
                      <a:gd name="csX46" fmla="*/ 789623 w 2483596"/>
                      <a:gd name="csY46" fmla="*/ 81725 h 400050"/>
                      <a:gd name="csX47" fmla="*/ 752475 w 2483596"/>
                      <a:gd name="csY47" fmla="*/ 85725 h 400050"/>
                      <a:gd name="csX48" fmla="*/ 729615 w 2483596"/>
                      <a:gd name="csY48" fmla="*/ 98298 h 400050"/>
                      <a:gd name="csX49" fmla="*/ 717042 w 2483596"/>
                      <a:gd name="csY49" fmla="*/ 121729 h 400050"/>
                      <a:gd name="csX50" fmla="*/ 713613 w 2483596"/>
                      <a:gd name="csY50" fmla="*/ 159448 h 400050"/>
                      <a:gd name="csX51" fmla="*/ 713613 w 2483596"/>
                      <a:gd name="csY51" fmla="*/ 240602 h 400050"/>
                      <a:gd name="csX52" fmla="*/ 717042 w 2483596"/>
                      <a:gd name="csY52" fmla="*/ 278892 h 400050"/>
                      <a:gd name="csX53" fmla="*/ 729615 w 2483596"/>
                      <a:gd name="csY53" fmla="*/ 302895 h 400050"/>
                      <a:gd name="csX54" fmla="*/ 752475 w 2483596"/>
                      <a:gd name="csY54" fmla="*/ 315468 h 400050"/>
                      <a:gd name="csX55" fmla="*/ 789623 w 2483596"/>
                      <a:gd name="csY55" fmla="*/ 318897 h 400050"/>
                      <a:gd name="csX56" fmla="*/ 1043940 w 2483596"/>
                      <a:gd name="csY56" fmla="*/ 318897 h 400050"/>
                      <a:gd name="csX57" fmla="*/ 1056513 w 2483596"/>
                      <a:gd name="csY57" fmla="*/ 331470 h 400050"/>
                      <a:gd name="csX58" fmla="*/ 1056513 w 2483596"/>
                      <a:gd name="csY58" fmla="*/ 387477 h 400050"/>
                      <a:gd name="csX59" fmla="*/ 1043940 w 2483596"/>
                      <a:gd name="csY59" fmla="*/ 400050 h 400050"/>
                      <a:gd name="csX60" fmla="*/ 786194 w 2483596"/>
                      <a:gd name="csY60" fmla="*/ 400050 h 400050"/>
                      <a:gd name="csX61" fmla="*/ 712470 w 2483596"/>
                      <a:gd name="csY61" fmla="*/ 392049 h 400050"/>
                      <a:gd name="csX62" fmla="*/ 662749 w 2483596"/>
                      <a:gd name="csY62" fmla="*/ 366332 h 400050"/>
                      <a:gd name="csX63" fmla="*/ 634746 w 2483596"/>
                      <a:gd name="csY63" fmla="*/ 319469 h 400050"/>
                      <a:gd name="csX64" fmla="*/ 626174 w 2483596"/>
                      <a:gd name="csY64" fmla="*/ 249174 h 400050"/>
                      <a:gd name="csX65" fmla="*/ 626174 w 2483596"/>
                      <a:gd name="csY65" fmla="*/ 150876 h 400050"/>
                      <a:gd name="csX66" fmla="*/ 634746 w 2483596"/>
                      <a:gd name="csY66" fmla="*/ 81153 h 400050"/>
                      <a:gd name="csX67" fmla="*/ 662749 w 2483596"/>
                      <a:gd name="csY67" fmla="*/ 34862 h 400050"/>
                      <a:gd name="csX68" fmla="*/ 712470 w 2483596"/>
                      <a:gd name="csY68" fmla="*/ 8573 h 400050"/>
                      <a:gd name="csX69" fmla="*/ 786194 w 2483596"/>
                      <a:gd name="csY69" fmla="*/ 0 h 400050"/>
                      <a:gd name="csX70" fmla="*/ 1043940 w 2483596"/>
                      <a:gd name="csY70" fmla="*/ 0 h 400050"/>
                      <a:gd name="csX71" fmla="*/ 1145419 w 2483596"/>
                      <a:gd name="csY71" fmla="*/ 0 h 400050"/>
                      <a:gd name="csX72" fmla="*/ 1157992 w 2483596"/>
                      <a:gd name="csY72" fmla="*/ 12573 h 400050"/>
                      <a:gd name="csX73" fmla="*/ 1157992 w 2483596"/>
                      <a:gd name="csY73" fmla="*/ 240602 h 400050"/>
                      <a:gd name="csX74" fmla="*/ 1161421 w 2483596"/>
                      <a:gd name="csY74" fmla="*/ 278892 h 400050"/>
                      <a:gd name="csX75" fmla="*/ 1173994 w 2483596"/>
                      <a:gd name="csY75" fmla="*/ 302895 h 400050"/>
                      <a:gd name="csX76" fmla="*/ 1196854 w 2483596"/>
                      <a:gd name="csY76" fmla="*/ 315468 h 400050"/>
                      <a:gd name="csX77" fmla="*/ 1234002 w 2483596"/>
                      <a:gd name="csY77" fmla="*/ 318897 h 400050"/>
                      <a:gd name="csX78" fmla="*/ 1392307 w 2483596"/>
                      <a:gd name="csY78" fmla="*/ 318897 h 400050"/>
                      <a:gd name="csX79" fmla="*/ 1428883 w 2483596"/>
                      <a:gd name="csY79" fmla="*/ 315468 h 400050"/>
                      <a:gd name="csX80" fmla="*/ 1452315 w 2483596"/>
                      <a:gd name="csY80" fmla="*/ 302895 h 400050"/>
                      <a:gd name="csX81" fmla="*/ 1464316 w 2483596"/>
                      <a:gd name="csY81" fmla="*/ 278892 h 400050"/>
                      <a:gd name="csX82" fmla="*/ 1467745 w 2483596"/>
                      <a:gd name="csY82" fmla="*/ 240602 h 400050"/>
                      <a:gd name="csX83" fmla="*/ 1467745 w 2483596"/>
                      <a:gd name="csY83" fmla="*/ 12573 h 400050"/>
                      <a:gd name="csX84" fmla="*/ 1480318 w 2483596"/>
                      <a:gd name="csY84" fmla="*/ 0 h 400050"/>
                      <a:gd name="csX85" fmla="*/ 1542612 w 2483596"/>
                      <a:gd name="csY85" fmla="*/ 0 h 400050"/>
                      <a:gd name="csX86" fmla="*/ 1555185 w 2483596"/>
                      <a:gd name="csY86" fmla="*/ 12573 h 400050"/>
                      <a:gd name="csX87" fmla="*/ 1555185 w 2483596"/>
                      <a:gd name="csY87" fmla="*/ 249174 h 400050"/>
                      <a:gd name="csX88" fmla="*/ 1546613 w 2483596"/>
                      <a:gd name="csY88" fmla="*/ 319469 h 400050"/>
                      <a:gd name="csX89" fmla="*/ 1518609 w 2483596"/>
                      <a:gd name="csY89" fmla="*/ 366332 h 400050"/>
                      <a:gd name="csX90" fmla="*/ 1468889 w 2483596"/>
                      <a:gd name="csY90" fmla="*/ 392049 h 400050"/>
                      <a:gd name="csX91" fmla="*/ 1395165 w 2483596"/>
                      <a:gd name="csY91" fmla="*/ 400050 h 400050"/>
                      <a:gd name="csX92" fmla="*/ 1230573 w 2483596"/>
                      <a:gd name="csY92" fmla="*/ 400050 h 400050"/>
                      <a:gd name="csX93" fmla="*/ 1156849 w 2483596"/>
                      <a:gd name="csY93" fmla="*/ 392049 h 400050"/>
                      <a:gd name="csX94" fmla="*/ 1107129 w 2483596"/>
                      <a:gd name="csY94" fmla="*/ 366332 h 400050"/>
                      <a:gd name="csX95" fmla="*/ 1079125 w 2483596"/>
                      <a:gd name="csY95" fmla="*/ 319469 h 400050"/>
                      <a:gd name="csX96" fmla="*/ 1070553 w 2483596"/>
                      <a:gd name="csY96" fmla="*/ 249174 h 400050"/>
                      <a:gd name="csX97" fmla="*/ 1070553 w 2483596"/>
                      <a:gd name="csY97" fmla="*/ 12573 h 400050"/>
                      <a:gd name="csX98" fmla="*/ 1083697 w 2483596"/>
                      <a:gd name="csY98" fmla="*/ 0 h 400050"/>
                      <a:gd name="csX99" fmla="*/ 1145419 w 2483596"/>
                      <a:gd name="csY99" fmla="*/ 0 h 400050"/>
                      <a:gd name="csX100" fmla="*/ 1930413 w 2483596"/>
                      <a:gd name="csY100" fmla="*/ 0 h 400050"/>
                      <a:gd name="csX101" fmla="*/ 2013852 w 2483596"/>
                      <a:gd name="csY101" fmla="*/ 23431 h 400050"/>
                      <a:gd name="csX102" fmla="*/ 2038998 w 2483596"/>
                      <a:gd name="csY102" fmla="*/ 94298 h 400050"/>
                      <a:gd name="csX103" fmla="*/ 2038998 w 2483596"/>
                      <a:gd name="csY103" fmla="*/ 121729 h 400050"/>
                      <a:gd name="csX104" fmla="*/ 2002422 w 2483596"/>
                      <a:gd name="csY104" fmla="*/ 194310 h 400050"/>
                      <a:gd name="csX105" fmla="*/ 2041855 w 2483596"/>
                      <a:gd name="csY105" fmla="*/ 268034 h 400050"/>
                      <a:gd name="csX106" fmla="*/ 2041855 w 2483596"/>
                      <a:gd name="csY106" fmla="*/ 301181 h 400050"/>
                      <a:gd name="csX107" fmla="*/ 2036712 w 2483596"/>
                      <a:gd name="csY107" fmla="*/ 342329 h 400050"/>
                      <a:gd name="csX108" fmla="*/ 2019567 w 2483596"/>
                      <a:gd name="csY108" fmla="*/ 373761 h 400050"/>
                      <a:gd name="csX109" fmla="*/ 1988706 w 2483596"/>
                      <a:gd name="csY109" fmla="*/ 393192 h 400050"/>
                      <a:gd name="csX110" fmla="*/ 1940700 w 2483596"/>
                      <a:gd name="csY110" fmla="*/ 400050 h 400050"/>
                      <a:gd name="csX111" fmla="*/ 1601229 w 2483596"/>
                      <a:gd name="csY111" fmla="*/ 400050 h 400050"/>
                      <a:gd name="csX112" fmla="*/ 1584084 w 2483596"/>
                      <a:gd name="csY112" fmla="*/ 382905 h 400050"/>
                      <a:gd name="csX113" fmla="*/ 1584084 w 2483596"/>
                      <a:gd name="csY113" fmla="*/ 17145 h 400050"/>
                      <a:gd name="csX114" fmla="*/ 1601229 w 2483596"/>
                      <a:gd name="csY114" fmla="*/ 0 h 400050"/>
                      <a:gd name="csX115" fmla="*/ 1930413 w 2483596"/>
                      <a:gd name="csY115" fmla="*/ 0 h 400050"/>
                      <a:gd name="csX116" fmla="*/ 1671523 w 2483596"/>
                      <a:gd name="csY116" fmla="*/ 228600 h 400050"/>
                      <a:gd name="csX117" fmla="*/ 1671523 w 2483596"/>
                      <a:gd name="csY117" fmla="*/ 313754 h 400050"/>
                      <a:gd name="csX118" fmla="*/ 1678953 w 2483596"/>
                      <a:gd name="csY118" fmla="*/ 321183 h 400050"/>
                      <a:gd name="csX119" fmla="*/ 1913268 w 2483596"/>
                      <a:gd name="csY119" fmla="*/ 321183 h 400050"/>
                      <a:gd name="csX120" fmla="*/ 1945843 w 2483596"/>
                      <a:gd name="csY120" fmla="*/ 313182 h 400050"/>
                      <a:gd name="csX121" fmla="*/ 1955559 w 2483596"/>
                      <a:gd name="csY121" fmla="*/ 286321 h 400050"/>
                      <a:gd name="csX122" fmla="*/ 1955559 w 2483596"/>
                      <a:gd name="csY122" fmla="*/ 264605 h 400050"/>
                      <a:gd name="csX123" fmla="*/ 1944700 w 2483596"/>
                      <a:gd name="csY123" fmla="*/ 237744 h 400050"/>
                      <a:gd name="csX124" fmla="*/ 1905838 w 2483596"/>
                      <a:gd name="csY124" fmla="*/ 228600 h 400050"/>
                      <a:gd name="csX125" fmla="*/ 1671523 w 2483596"/>
                      <a:gd name="csY125" fmla="*/ 228600 h 400050"/>
                      <a:gd name="csX126" fmla="*/ 1671523 w 2483596"/>
                      <a:gd name="csY126" fmla="*/ 166306 h 400050"/>
                      <a:gd name="csX127" fmla="*/ 1905838 w 2483596"/>
                      <a:gd name="csY127" fmla="*/ 166306 h 400050"/>
                      <a:gd name="csX128" fmla="*/ 1944700 w 2483596"/>
                      <a:gd name="csY128" fmla="*/ 157734 h 400050"/>
                      <a:gd name="csX129" fmla="*/ 1954987 w 2483596"/>
                      <a:gd name="csY129" fmla="*/ 132588 h 400050"/>
                      <a:gd name="csX130" fmla="*/ 1954987 w 2483596"/>
                      <a:gd name="csY130" fmla="*/ 113157 h 400050"/>
                      <a:gd name="csX131" fmla="*/ 1944700 w 2483596"/>
                      <a:gd name="csY131" fmla="*/ 87440 h 400050"/>
                      <a:gd name="csX132" fmla="*/ 1912696 w 2483596"/>
                      <a:gd name="csY132" fmla="*/ 78867 h 400050"/>
                      <a:gd name="csX133" fmla="*/ 1678953 w 2483596"/>
                      <a:gd name="csY133" fmla="*/ 78867 h 400050"/>
                      <a:gd name="csX134" fmla="*/ 1671523 w 2483596"/>
                      <a:gd name="csY134" fmla="*/ 86297 h 400050"/>
                      <a:gd name="csX135" fmla="*/ 1671523 w 2483596"/>
                      <a:gd name="csY135" fmla="*/ 166306 h 400050"/>
                      <a:gd name="csX136" fmla="*/ 2470452 w 2483596"/>
                      <a:gd name="csY136" fmla="*/ 0 h 400050"/>
                      <a:gd name="csX137" fmla="*/ 2483596 w 2483596"/>
                      <a:gd name="csY137" fmla="*/ 12573 h 400050"/>
                      <a:gd name="csX138" fmla="*/ 2483596 w 2483596"/>
                      <a:gd name="csY138" fmla="*/ 66866 h 400050"/>
                      <a:gd name="csX139" fmla="*/ 2470452 w 2483596"/>
                      <a:gd name="csY139" fmla="*/ 79439 h 400050"/>
                      <a:gd name="csX140" fmla="*/ 2220706 w 2483596"/>
                      <a:gd name="csY140" fmla="*/ 79439 h 400050"/>
                      <a:gd name="csX141" fmla="*/ 2183559 w 2483596"/>
                      <a:gd name="csY141" fmla="*/ 83439 h 400050"/>
                      <a:gd name="csX142" fmla="*/ 2160127 w 2483596"/>
                      <a:gd name="csY142" fmla="*/ 96012 h 400050"/>
                      <a:gd name="csX143" fmla="*/ 2148126 w 2483596"/>
                      <a:gd name="csY143" fmla="*/ 120015 h 400050"/>
                      <a:gd name="csX144" fmla="*/ 2144697 w 2483596"/>
                      <a:gd name="csY144" fmla="*/ 157163 h 400050"/>
                      <a:gd name="csX145" fmla="*/ 2144697 w 2483596"/>
                      <a:gd name="csY145" fmla="*/ 162877 h 400050"/>
                      <a:gd name="csX146" fmla="*/ 2467594 w 2483596"/>
                      <a:gd name="csY146" fmla="*/ 162877 h 400050"/>
                      <a:gd name="csX147" fmla="*/ 2480167 w 2483596"/>
                      <a:gd name="csY147" fmla="*/ 175450 h 400050"/>
                      <a:gd name="csX148" fmla="*/ 2480167 w 2483596"/>
                      <a:gd name="csY148" fmla="*/ 220599 h 400050"/>
                      <a:gd name="csX149" fmla="*/ 2467594 w 2483596"/>
                      <a:gd name="csY149" fmla="*/ 233172 h 400050"/>
                      <a:gd name="csX150" fmla="*/ 2144697 w 2483596"/>
                      <a:gd name="csY150" fmla="*/ 233172 h 400050"/>
                      <a:gd name="csX151" fmla="*/ 2144697 w 2483596"/>
                      <a:gd name="csY151" fmla="*/ 242888 h 400050"/>
                      <a:gd name="csX152" fmla="*/ 2148126 w 2483596"/>
                      <a:gd name="csY152" fmla="*/ 280607 h 400050"/>
                      <a:gd name="csX153" fmla="*/ 2160127 w 2483596"/>
                      <a:gd name="csY153" fmla="*/ 304610 h 400050"/>
                      <a:gd name="csX154" fmla="*/ 2183559 w 2483596"/>
                      <a:gd name="csY154" fmla="*/ 317183 h 400050"/>
                      <a:gd name="csX155" fmla="*/ 2220706 w 2483596"/>
                      <a:gd name="csY155" fmla="*/ 320612 h 400050"/>
                      <a:gd name="csX156" fmla="*/ 2470452 w 2483596"/>
                      <a:gd name="csY156" fmla="*/ 320612 h 400050"/>
                      <a:gd name="csX157" fmla="*/ 2483596 w 2483596"/>
                      <a:gd name="csY157" fmla="*/ 333185 h 400050"/>
                      <a:gd name="csX158" fmla="*/ 2483596 w 2483596"/>
                      <a:gd name="csY158" fmla="*/ 387477 h 400050"/>
                      <a:gd name="csX159" fmla="*/ 2470452 w 2483596"/>
                      <a:gd name="csY159" fmla="*/ 400050 h 400050"/>
                      <a:gd name="csX160" fmla="*/ 2218992 w 2483596"/>
                      <a:gd name="csY160" fmla="*/ 400050 h 400050"/>
                      <a:gd name="csX161" fmla="*/ 2145268 w 2483596"/>
                      <a:gd name="csY161" fmla="*/ 392049 h 400050"/>
                      <a:gd name="csX162" fmla="*/ 2095548 w 2483596"/>
                      <a:gd name="csY162" fmla="*/ 366332 h 400050"/>
                      <a:gd name="csX163" fmla="*/ 2067544 w 2483596"/>
                      <a:gd name="csY163" fmla="*/ 319469 h 400050"/>
                      <a:gd name="csX164" fmla="*/ 2058972 w 2483596"/>
                      <a:gd name="csY164" fmla="*/ 249174 h 400050"/>
                      <a:gd name="csX165" fmla="*/ 2058972 w 2483596"/>
                      <a:gd name="csY165" fmla="*/ 150876 h 400050"/>
                      <a:gd name="csX166" fmla="*/ 2067544 w 2483596"/>
                      <a:gd name="csY166" fmla="*/ 81153 h 400050"/>
                      <a:gd name="csX167" fmla="*/ 2095548 w 2483596"/>
                      <a:gd name="csY167" fmla="*/ 34862 h 400050"/>
                      <a:gd name="csX168" fmla="*/ 2145268 w 2483596"/>
                      <a:gd name="csY168" fmla="*/ 8573 h 400050"/>
                      <a:gd name="csX169" fmla="*/ 2218992 w 2483596"/>
                      <a:gd name="csY169" fmla="*/ 0 h 400050"/>
                      <a:gd name="csX170" fmla="*/ 2470452 w 2483596"/>
                      <a:gd name="csY170" fmla="*/ 0 h 400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</a:cxnLst>
                    <a:rect l="l" t="t" r="r" b="b"/>
                    <a:pathLst>
                      <a:path w="2483596" h="400050">
                        <a:moveTo>
                          <a:pt x="74867" y="0"/>
                        </a:moveTo>
                        <a:cubicBezTo>
                          <a:pt x="83248" y="0"/>
                          <a:pt x="87440" y="4191"/>
                          <a:pt x="87440" y="12573"/>
                        </a:cubicBezTo>
                        <a:lnTo>
                          <a:pt x="87440" y="387477"/>
                        </a:lnTo>
                        <a:cubicBezTo>
                          <a:pt x="87440" y="395859"/>
                          <a:pt x="83248" y="400050"/>
                          <a:pt x="74867" y="400050"/>
                        </a:cubicBezTo>
                        <a:lnTo>
                          <a:pt x="13144" y="400050"/>
                        </a:lnTo>
                        <a:cubicBezTo>
                          <a:pt x="4381" y="400050"/>
                          <a:pt x="0" y="395859"/>
                          <a:pt x="0" y="387477"/>
                        </a:cubicBezTo>
                        <a:lnTo>
                          <a:pt x="0" y="12573"/>
                        </a:lnTo>
                        <a:cubicBezTo>
                          <a:pt x="0" y="4191"/>
                          <a:pt x="4381" y="0"/>
                          <a:pt x="13144" y="0"/>
                        </a:cubicBezTo>
                        <a:lnTo>
                          <a:pt x="74867" y="0"/>
                        </a:lnTo>
                        <a:close/>
                        <a:moveTo>
                          <a:pt x="219532" y="0"/>
                        </a:moveTo>
                        <a:cubicBezTo>
                          <a:pt x="228676" y="0"/>
                          <a:pt x="236296" y="381"/>
                          <a:pt x="242392" y="1143"/>
                        </a:cubicBezTo>
                        <a:cubicBezTo>
                          <a:pt x="248488" y="1905"/>
                          <a:pt x="253822" y="3620"/>
                          <a:pt x="258394" y="6286"/>
                        </a:cubicBezTo>
                        <a:cubicBezTo>
                          <a:pt x="262966" y="8573"/>
                          <a:pt x="267348" y="12001"/>
                          <a:pt x="271539" y="16574"/>
                        </a:cubicBezTo>
                        <a:cubicBezTo>
                          <a:pt x="275730" y="20765"/>
                          <a:pt x="280492" y="26479"/>
                          <a:pt x="285826" y="33719"/>
                        </a:cubicBezTo>
                        <a:lnTo>
                          <a:pt x="498424" y="312611"/>
                        </a:lnTo>
                        <a:cubicBezTo>
                          <a:pt x="499948" y="315278"/>
                          <a:pt x="502425" y="316611"/>
                          <a:pt x="505854" y="316611"/>
                        </a:cubicBezTo>
                        <a:lnTo>
                          <a:pt x="510997" y="316611"/>
                        </a:lnTo>
                        <a:cubicBezTo>
                          <a:pt x="514045" y="316611"/>
                          <a:pt x="515569" y="314706"/>
                          <a:pt x="515569" y="310896"/>
                        </a:cubicBezTo>
                        <a:lnTo>
                          <a:pt x="515569" y="12573"/>
                        </a:lnTo>
                        <a:cubicBezTo>
                          <a:pt x="515569" y="4191"/>
                          <a:pt x="519760" y="0"/>
                          <a:pt x="528142" y="0"/>
                        </a:cubicBezTo>
                        <a:lnTo>
                          <a:pt x="588150" y="0"/>
                        </a:lnTo>
                        <a:cubicBezTo>
                          <a:pt x="596532" y="0"/>
                          <a:pt x="600723" y="4191"/>
                          <a:pt x="600723" y="12573"/>
                        </a:cubicBezTo>
                        <a:lnTo>
                          <a:pt x="600723" y="340614"/>
                        </a:lnTo>
                        <a:cubicBezTo>
                          <a:pt x="600723" y="363855"/>
                          <a:pt x="596532" y="379667"/>
                          <a:pt x="588150" y="388048"/>
                        </a:cubicBezTo>
                        <a:cubicBezTo>
                          <a:pt x="579768" y="396050"/>
                          <a:pt x="566814" y="400050"/>
                          <a:pt x="549288" y="400050"/>
                        </a:cubicBezTo>
                        <a:lnTo>
                          <a:pt x="500139" y="400050"/>
                        </a:lnTo>
                        <a:cubicBezTo>
                          <a:pt x="491376" y="400050"/>
                          <a:pt x="483946" y="399669"/>
                          <a:pt x="477850" y="398907"/>
                        </a:cubicBezTo>
                        <a:cubicBezTo>
                          <a:pt x="472135" y="398145"/>
                          <a:pt x="466992" y="396621"/>
                          <a:pt x="462420" y="394335"/>
                        </a:cubicBezTo>
                        <a:cubicBezTo>
                          <a:pt x="457848" y="392049"/>
                          <a:pt x="453276" y="388811"/>
                          <a:pt x="448704" y="384619"/>
                        </a:cubicBezTo>
                        <a:cubicBezTo>
                          <a:pt x="444513" y="380048"/>
                          <a:pt x="439560" y="373952"/>
                          <a:pt x="433845" y="366332"/>
                        </a:cubicBezTo>
                        <a:lnTo>
                          <a:pt x="220675" y="87440"/>
                        </a:lnTo>
                        <a:cubicBezTo>
                          <a:pt x="218389" y="84773"/>
                          <a:pt x="215913" y="83439"/>
                          <a:pt x="213246" y="83439"/>
                        </a:cubicBezTo>
                        <a:lnTo>
                          <a:pt x="208102" y="83439"/>
                        </a:lnTo>
                        <a:cubicBezTo>
                          <a:pt x="205054" y="83439"/>
                          <a:pt x="203530" y="85344"/>
                          <a:pt x="203530" y="89154"/>
                        </a:cubicBezTo>
                        <a:lnTo>
                          <a:pt x="203530" y="387477"/>
                        </a:lnTo>
                        <a:cubicBezTo>
                          <a:pt x="203530" y="395859"/>
                          <a:pt x="199339" y="400050"/>
                          <a:pt x="190957" y="400050"/>
                        </a:cubicBezTo>
                        <a:lnTo>
                          <a:pt x="130950" y="400050"/>
                        </a:lnTo>
                        <a:cubicBezTo>
                          <a:pt x="122187" y="400050"/>
                          <a:pt x="117805" y="395859"/>
                          <a:pt x="117805" y="387477"/>
                        </a:cubicBezTo>
                        <a:lnTo>
                          <a:pt x="117805" y="59436"/>
                        </a:lnTo>
                        <a:cubicBezTo>
                          <a:pt x="117805" y="36195"/>
                          <a:pt x="121996" y="20574"/>
                          <a:pt x="130378" y="12573"/>
                        </a:cubicBezTo>
                        <a:cubicBezTo>
                          <a:pt x="138760" y="4191"/>
                          <a:pt x="151714" y="0"/>
                          <a:pt x="169240" y="0"/>
                        </a:cubicBezTo>
                        <a:lnTo>
                          <a:pt x="219532" y="0"/>
                        </a:lnTo>
                        <a:close/>
                        <a:moveTo>
                          <a:pt x="1043940" y="0"/>
                        </a:moveTo>
                        <a:cubicBezTo>
                          <a:pt x="1052322" y="0"/>
                          <a:pt x="1056513" y="4191"/>
                          <a:pt x="1056513" y="12573"/>
                        </a:cubicBezTo>
                        <a:lnTo>
                          <a:pt x="1056513" y="68580"/>
                        </a:lnTo>
                        <a:cubicBezTo>
                          <a:pt x="1056513" y="77343"/>
                          <a:pt x="1052322" y="81725"/>
                          <a:pt x="1043940" y="81725"/>
                        </a:cubicBezTo>
                        <a:lnTo>
                          <a:pt x="789623" y="81725"/>
                        </a:lnTo>
                        <a:cubicBezTo>
                          <a:pt x="774764" y="81725"/>
                          <a:pt x="762381" y="83058"/>
                          <a:pt x="752475" y="85725"/>
                        </a:cubicBezTo>
                        <a:cubicBezTo>
                          <a:pt x="742950" y="88011"/>
                          <a:pt x="735330" y="92202"/>
                          <a:pt x="729615" y="98298"/>
                        </a:cubicBezTo>
                        <a:cubicBezTo>
                          <a:pt x="723900" y="104013"/>
                          <a:pt x="719709" y="111824"/>
                          <a:pt x="717042" y="121729"/>
                        </a:cubicBezTo>
                        <a:cubicBezTo>
                          <a:pt x="714756" y="131636"/>
                          <a:pt x="713613" y="144209"/>
                          <a:pt x="713613" y="159448"/>
                        </a:cubicBezTo>
                        <a:lnTo>
                          <a:pt x="713613" y="240602"/>
                        </a:lnTo>
                        <a:cubicBezTo>
                          <a:pt x="713613" y="255842"/>
                          <a:pt x="714756" y="268605"/>
                          <a:pt x="717042" y="278892"/>
                        </a:cubicBezTo>
                        <a:cubicBezTo>
                          <a:pt x="719709" y="288798"/>
                          <a:pt x="723900" y="296799"/>
                          <a:pt x="729615" y="302895"/>
                        </a:cubicBezTo>
                        <a:cubicBezTo>
                          <a:pt x="735330" y="308610"/>
                          <a:pt x="742950" y="312801"/>
                          <a:pt x="752475" y="315468"/>
                        </a:cubicBezTo>
                        <a:cubicBezTo>
                          <a:pt x="762381" y="317754"/>
                          <a:pt x="774764" y="318897"/>
                          <a:pt x="789623" y="318897"/>
                        </a:cubicBezTo>
                        <a:lnTo>
                          <a:pt x="1043940" y="318897"/>
                        </a:lnTo>
                        <a:cubicBezTo>
                          <a:pt x="1052322" y="318897"/>
                          <a:pt x="1056513" y="323088"/>
                          <a:pt x="1056513" y="331470"/>
                        </a:cubicBezTo>
                        <a:lnTo>
                          <a:pt x="1056513" y="387477"/>
                        </a:lnTo>
                        <a:cubicBezTo>
                          <a:pt x="1056513" y="395859"/>
                          <a:pt x="1052322" y="400050"/>
                          <a:pt x="1043940" y="400050"/>
                        </a:cubicBezTo>
                        <a:lnTo>
                          <a:pt x="786194" y="400050"/>
                        </a:lnTo>
                        <a:cubicBezTo>
                          <a:pt x="757238" y="400050"/>
                          <a:pt x="732663" y="397383"/>
                          <a:pt x="712470" y="392049"/>
                        </a:cubicBezTo>
                        <a:cubicBezTo>
                          <a:pt x="692277" y="386715"/>
                          <a:pt x="675703" y="378142"/>
                          <a:pt x="662749" y="366332"/>
                        </a:cubicBezTo>
                        <a:cubicBezTo>
                          <a:pt x="650177" y="354140"/>
                          <a:pt x="640842" y="338519"/>
                          <a:pt x="634746" y="319469"/>
                        </a:cubicBezTo>
                        <a:cubicBezTo>
                          <a:pt x="629031" y="300038"/>
                          <a:pt x="626174" y="276606"/>
                          <a:pt x="626174" y="249174"/>
                        </a:cubicBezTo>
                        <a:lnTo>
                          <a:pt x="626174" y="150876"/>
                        </a:lnTo>
                        <a:cubicBezTo>
                          <a:pt x="626174" y="123444"/>
                          <a:pt x="629031" y="100203"/>
                          <a:pt x="634746" y="81153"/>
                        </a:cubicBezTo>
                        <a:cubicBezTo>
                          <a:pt x="640842" y="62103"/>
                          <a:pt x="650177" y="46673"/>
                          <a:pt x="662749" y="34862"/>
                        </a:cubicBezTo>
                        <a:cubicBezTo>
                          <a:pt x="675703" y="22670"/>
                          <a:pt x="692277" y="13906"/>
                          <a:pt x="712470" y="8573"/>
                        </a:cubicBezTo>
                        <a:cubicBezTo>
                          <a:pt x="732663" y="2857"/>
                          <a:pt x="757238" y="0"/>
                          <a:pt x="786194" y="0"/>
                        </a:cubicBezTo>
                        <a:lnTo>
                          <a:pt x="1043940" y="0"/>
                        </a:lnTo>
                        <a:close/>
                        <a:moveTo>
                          <a:pt x="1145419" y="0"/>
                        </a:moveTo>
                        <a:cubicBezTo>
                          <a:pt x="1153801" y="0"/>
                          <a:pt x="1157992" y="4191"/>
                          <a:pt x="1157992" y="12573"/>
                        </a:cubicBezTo>
                        <a:lnTo>
                          <a:pt x="1157992" y="240602"/>
                        </a:lnTo>
                        <a:cubicBezTo>
                          <a:pt x="1157992" y="255842"/>
                          <a:pt x="1159135" y="268605"/>
                          <a:pt x="1161421" y="278892"/>
                        </a:cubicBezTo>
                        <a:cubicBezTo>
                          <a:pt x="1164088" y="288798"/>
                          <a:pt x="1168279" y="296799"/>
                          <a:pt x="1173994" y="302895"/>
                        </a:cubicBezTo>
                        <a:cubicBezTo>
                          <a:pt x="1179709" y="308610"/>
                          <a:pt x="1187329" y="312801"/>
                          <a:pt x="1196854" y="315468"/>
                        </a:cubicBezTo>
                        <a:cubicBezTo>
                          <a:pt x="1206760" y="317754"/>
                          <a:pt x="1219143" y="318897"/>
                          <a:pt x="1234002" y="318897"/>
                        </a:cubicBezTo>
                        <a:lnTo>
                          <a:pt x="1392307" y="318897"/>
                        </a:lnTo>
                        <a:cubicBezTo>
                          <a:pt x="1407166" y="318897"/>
                          <a:pt x="1419358" y="317754"/>
                          <a:pt x="1428883" y="315468"/>
                        </a:cubicBezTo>
                        <a:cubicBezTo>
                          <a:pt x="1438789" y="312801"/>
                          <a:pt x="1446600" y="308610"/>
                          <a:pt x="1452315" y="302895"/>
                        </a:cubicBezTo>
                        <a:cubicBezTo>
                          <a:pt x="1458030" y="296799"/>
                          <a:pt x="1462031" y="288798"/>
                          <a:pt x="1464316" y="278892"/>
                        </a:cubicBezTo>
                        <a:cubicBezTo>
                          <a:pt x="1466602" y="268605"/>
                          <a:pt x="1467745" y="255842"/>
                          <a:pt x="1467745" y="240602"/>
                        </a:cubicBezTo>
                        <a:lnTo>
                          <a:pt x="1467745" y="12573"/>
                        </a:lnTo>
                        <a:cubicBezTo>
                          <a:pt x="1467745" y="4191"/>
                          <a:pt x="1471936" y="0"/>
                          <a:pt x="1480318" y="0"/>
                        </a:cubicBezTo>
                        <a:lnTo>
                          <a:pt x="1542612" y="0"/>
                        </a:lnTo>
                        <a:cubicBezTo>
                          <a:pt x="1550994" y="0"/>
                          <a:pt x="1555185" y="4191"/>
                          <a:pt x="1555185" y="12573"/>
                        </a:cubicBezTo>
                        <a:lnTo>
                          <a:pt x="1555185" y="249174"/>
                        </a:lnTo>
                        <a:cubicBezTo>
                          <a:pt x="1555185" y="276606"/>
                          <a:pt x="1552327" y="300038"/>
                          <a:pt x="1546613" y="319469"/>
                        </a:cubicBezTo>
                        <a:cubicBezTo>
                          <a:pt x="1540898" y="338519"/>
                          <a:pt x="1531563" y="354140"/>
                          <a:pt x="1518609" y="366332"/>
                        </a:cubicBezTo>
                        <a:cubicBezTo>
                          <a:pt x="1506036" y="378142"/>
                          <a:pt x="1489463" y="386715"/>
                          <a:pt x="1468889" y="392049"/>
                        </a:cubicBezTo>
                        <a:cubicBezTo>
                          <a:pt x="1448695" y="397383"/>
                          <a:pt x="1424121" y="400050"/>
                          <a:pt x="1395165" y="400050"/>
                        </a:cubicBezTo>
                        <a:lnTo>
                          <a:pt x="1230573" y="400050"/>
                        </a:lnTo>
                        <a:cubicBezTo>
                          <a:pt x="1201617" y="400050"/>
                          <a:pt x="1177042" y="397383"/>
                          <a:pt x="1156849" y="392049"/>
                        </a:cubicBezTo>
                        <a:cubicBezTo>
                          <a:pt x="1136656" y="386715"/>
                          <a:pt x="1120083" y="378142"/>
                          <a:pt x="1107129" y="366332"/>
                        </a:cubicBezTo>
                        <a:cubicBezTo>
                          <a:pt x="1094556" y="354140"/>
                          <a:pt x="1085221" y="338519"/>
                          <a:pt x="1079125" y="319469"/>
                        </a:cubicBezTo>
                        <a:cubicBezTo>
                          <a:pt x="1073410" y="300038"/>
                          <a:pt x="1070553" y="276606"/>
                          <a:pt x="1070553" y="249174"/>
                        </a:cubicBezTo>
                        <a:lnTo>
                          <a:pt x="1070553" y="12573"/>
                        </a:lnTo>
                        <a:cubicBezTo>
                          <a:pt x="1070553" y="4191"/>
                          <a:pt x="1074934" y="0"/>
                          <a:pt x="1083697" y="0"/>
                        </a:cubicBezTo>
                        <a:lnTo>
                          <a:pt x="1145419" y="0"/>
                        </a:lnTo>
                        <a:close/>
                        <a:moveTo>
                          <a:pt x="1930413" y="0"/>
                        </a:moveTo>
                        <a:cubicBezTo>
                          <a:pt x="1969656" y="0"/>
                          <a:pt x="1997469" y="7810"/>
                          <a:pt x="2013852" y="23431"/>
                        </a:cubicBezTo>
                        <a:cubicBezTo>
                          <a:pt x="2030616" y="39052"/>
                          <a:pt x="2038998" y="62675"/>
                          <a:pt x="2038998" y="94298"/>
                        </a:cubicBezTo>
                        <a:lnTo>
                          <a:pt x="2038998" y="121729"/>
                        </a:lnTo>
                        <a:cubicBezTo>
                          <a:pt x="2038998" y="153734"/>
                          <a:pt x="2026806" y="177927"/>
                          <a:pt x="2002422" y="194310"/>
                        </a:cubicBezTo>
                        <a:cubicBezTo>
                          <a:pt x="2028711" y="209550"/>
                          <a:pt x="2041855" y="234125"/>
                          <a:pt x="2041855" y="268034"/>
                        </a:cubicBezTo>
                        <a:lnTo>
                          <a:pt x="2041855" y="301181"/>
                        </a:lnTo>
                        <a:cubicBezTo>
                          <a:pt x="2041855" y="316421"/>
                          <a:pt x="2040141" y="330137"/>
                          <a:pt x="2036712" y="342329"/>
                        </a:cubicBezTo>
                        <a:cubicBezTo>
                          <a:pt x="2033283" y="354521"/>
                          <a:pt x="2027568" y="364998"/>
                          <a:pt x="2019567" y="373761"/>
                        </a:cubicBezTo>
                        <a:cubicBezTo>
                          <a:pt x="2011947" y="382143"/>
                          <a:pt x="2001660" y="388620"/>
                          <a:pt x="1988706" y="393192"/>
                        </a:cubicBezTo>
                        <a:cubicBezTo>
                          <a:pt x="1975752" y="397764"/>
                          <a:pt x="1959750" y="400050"/>
                          <a:pt x="1940700" y="400050"/>
                        </a:cubicBezTo>
                        <a:lnTo>
                          <a:pt x="1601229" y="400050"/>
                        </a:lnTo>
                        <a:cubicBezTo>
                          <a:pt x="1589799" y="400050"/>
                          <a:pt x="1584084" y="394335"/>
                          <a:pt x="1584084" y="382905"/>
                        </a:cubicBezTo>
                        <a:lnTo>
                          <a:pt x="1584084" y="17145"/>
                        </a:lnTo>
                        <a:cubicBezTo>
                          <a:pt x="1584084" y="5715"/>
                          <a:pt x="1589799" y="0"/>
                          <a:pt x="1601229" y="0"/>
                        </a:cubicBezTo>
                        <a:lnTo>
                          <a:pt x="1930413" y="0"/>
                        </a:lnTo>
                        <a:close/>
                        <a:moveTo>
                          <a:pt x="1671523" y="228600"/>
                        </a:moveTo>
                        <a:lnTo>
                          <a:pt x="1671523" y="313754"/>
                        </a:lnTo>
                        <a:cubicBezTo>
                          <a:pt x="1671523" y="318707"/>
                          <a:pt x="1674000" y="321183"/>
                          <a:pt x="1678953" y="321183"/>
                        </a:cubicBezTo>
                        <a:lnTo>
                          <a:pt x="1913268" y="321183"/>
                        </a:lnTo>
                        <a:cubicBezTo>
                          <a:pt x="1928508" y="321183"/>
                          <a:pt x="1939366" y="318516"/>
                          <a:pt x="1945843" y="313182"/>
                        </a:cubicBezTo>
                        <a:cubicBezTo>
                          <a:pt x="1952320" y="307467"/>
                          <a:pt x="1955559" y="298513"/>
                          <a:pt x="1955559" y="286321"/>
                        </a:cubicBezTo>
                        <a:lnTo>
                          <a:pt x="1955559" y="264605"/>
                        </a:lnTo>
                        <a:cubicBezTo>
                          <a:pt x="1955559" y="252794"/>
                          <a:pt x="1951939" y="243840"/>
                          <a:pt x="1944700" y="237744"/>
                        </a:cubicBezTo>
                        <a:cubicBezTo>
                          <a:pt x="1937842" y="231648"/>
                          <a:pt x="1924888" y="228600"/>
                          <a:pt x="1905838" y="228600"/>
                        </a:cubicBezTo>
                        <a:lnTo>
                          <a:pt x="1671523" y="228600"/>
                        </a:lnTo>
                        <a:close/>
                        <a:moveTo>
                          <a:pt x="1671523" y="166306"/>
                        </a:moveTo>
                        <a:lnTo>
                          <a:pt x="1905838" y="166306"/>
                        </a:lnTo>
                        <a:cubicBezTo>
                          <a:pt x="1924888" y="166306"/>
                          <a:pt x="1937842" y="163449"/>
                          <a:pt x="1944700" y="157734"/>
                        </a:cubicBezTo>
                        <a:cubicBezTo>
                          <a:pt x="1951558" y="152019"/>
                          <a:pt x="1954987" y="143637"/>
                          <a:pt x="1954987" y="132588"/>
                        </a:cubicBezTo>
                        <a:lnTo>
                          <a:pt x="1954987" y="113157"/>
                        </a:lnTo>
                        <a:cubicBezTo>
                          <a:pt x="1954987" y="101346"/>
                          <a:pt x="1951558" y="92774"/>
                          <a:pt x="1944700" y="87440"/>
                        </a:cubicBezTo>
                        <a:cubicBezTo>
                          <a:pt x="1938223" y="81725"/>
                          <a:pt x="1927555" y="78867"/>
                          <a:pt x="1912696" y="78867"/>
                        </a:cubicBezTo>
                        <a:lnTo>
                          <a:pt x="1678953" y="78867"/>
                        </a:lnTo>
                        <a:cubicBezTo>
                          <a:pt x="1674000" y="78867"/>
                          <a:pt x="1671523" y="81344"/>
                          <a:pt x="1671523" y="86297"/>
                        </a:cubicBezTo>
                        <a:lnTo>
                          <a:pt x="1671523" y="166306"/>
                        </a:lnTo>
                        <a:close/>
                        <a:moveTo>
                          <a:pt x="2470452" y="0"/>
                        </a:moveTo>
                        <a:cubicBezTo>
                          <a:pt x="2479215" y="0"/>
                          <a:pt x="2483596" y="4191"/>
                          <a:pt x="2483596" y="12573"/>
                        </a:cubicBezTo>
                        <a:lnTo>
                          <a:pt x="2483596" y="66866"/>
                        </a:lnTo>
                        <a:cubicBezTo>
                          <a:pt x="2483596" y="75248"/>
                          <a:pt x="2479215" y="79439"/>
                          <a:pt x="2470452" y="79439"/>
                        </a:cubicBezTo>
                        <a:lnTo>
                          <a:pt x="2220706" y="79439"/>
                        </a:lnTo>
                        <a:cubicBezTo>
                          <a:pt x="2205847" y="79439"/>
                          <a:pt x="2193465" y="80772"/>
                          <a:pt x="2183559" y="83439"/>
                        </a:cubicBezTo>
                        <a:cubicBezTo>
                          <a:pt x="2174034" y="85725"/>
                          <a:pt x="2166223" y="89916"/>
                          <a:pt x="2160127" y="96012"/>
                        </a:cubicBezTo>
                        <a:cubicBezTo>
                          <a:pt x="2154412" y="101727"/>
                          <a:pt x="2150412" y="109728"/>
                          <a:pt x="2148126" y="120015"/>
                        </a:cubicBezTo>
                        <a:cubicBezTo>
                          <a:pt x="2145840" y="129921"/>
                          <a:pt x="2144697" y="142304"/>
                          <a:pt x="2144697" y="157163"/>
                        </a:cubicBezTo>
                        <a:lnTo>
                          <a:pt x="2144697" y="162877"/>
                        </a:lnTo>
                        <a:lnTo>
                          <a:pt x="2467594" y="162877"/>
                        </a:lnTo>
                        <a:cubicBezTo>
                          <a:pt x="2475976" y="162877"/>
                          <a:pt x="2480167" y="167069"/>
                          <a:pt x="2480167" y="175450"/>
                        </a:cubicBezTo>
                        <a:lnTo>
                          <a:pt x="2480167" y="220599"/>
                        </a:lnTo>
                        <a:cubicBezTo>
                          <a:pt x="2480167" y="228981"/>
                          <a:pt x="2475976" y="233172"/>
                          <a:pt x="2467594" y="233172"/>
                        </a:cubicBezTo>
                        <a:lnTo>
                          <a:pt x="2144697" y="233172"/>
                        </a:lnTo>
                        <a:lnTo>
                          <a:pt x="2144697" y="242888"/>
                        </a:lnTo>
                        <a:cubicBezTo>
                          <a:pt x="2144697" y="257746"/>
                          <a:pt x="2145840" y="270319"/>
                          <a:pt x="2148126" y="280607"/>
                        </a:cubicBezTo>
                        <a:cubicBezTo>
                          <a:pt x="2150412" y="290513"/>
                          <a:pt x="2154412" y="298513"/>
                          <a:pt x="2160127" y="304610"/>
                        </a:cubicBezTo>
                        <a:cubicBezTo>
                          <a:pt x="2166223" y="310325"/>
                          <a:pt x="2174034" y="314515"/>
                          <a:pt x="2183559" y="317183"/>
                        </a:cubicBezTo>
                        <a:cubicBezTo>
                          <a:pt x="2193465" y="319469"/>
                          <a:pt x="2205847" y="320612"/>
                          <a:pt x="2220706" y="320612"/>
                        </a:cubicBezTo>
                        <a:lnTo>
                          <a:pt x="2470452" y="320612"/>
                        </a:lnTo>
                        <a:cubicBezTo>
                          <a:pt x="2479215" y="320612"/>
                          <a:pt x="2483596" y="324803"/>
                          <a:pt x="2483596" y="333185"/>
                        </a:cubicBezTo>
                        <a:lnTo>
                          <a:pt x="2483596" y="387477"/>
                        </a:lnTo>
                        <a:cubicBezTo>
                          <a:pt x="2483596" y="395859"/>
                          <a:pt x="2479215" y="400050"/>
                          <a:pt x="2470452" y="400050"/>
                        </a:cubicBezTo>
                        <a:lnTo>
                          <a:pt x="2218992" y="400050"/>
                        </a:lnTo>
                        <a:cubicBezTo>
                          <a:pt x="2190036" y="400050"/>
                          <a:pt x="2165461" y="397383"/>
                          <a:pt x="2145268" y="392049"/>
                        </a:cubicBezTo>
                        <a:cubicBezTo>
                          <a:pt x="2125075" y="386715"/>
                          <a:pt x="2108502" y="378142"/>
                          <a:pt x="2095548" y="366332"/>
                        </a:cubicBezTo>
                        <a:cubicBezTo>
                          <a:pt x="2082975" y="354140"/>
                          <a:pt x="2073640" y="338519"/>
                          <a:pt x="2067544" y="319469"/>
                        </a:cubicBezTo>
                        <a:cubicBezTo>
                          <a:pt x="2061829" y="300038"/>
                          <a:pt x="2058972" y="276606"/>
                          <a:pt x="2058972" y="249174"/>
                        </a:cubicBezTo>
                        <a:lnTo>
                          <a:pt x="2058972" y="150876"/>
                        </a:lnTo>
                        <a:cubicBezTo>
                          <a:pt x="2058972" y="123444"/>
                          <a:pt x="2061829" y="100203"/>
                          <a:pt x="2067544" y="81153"/>
                        </a:cubicBezTo>
                        <a:cubicBezTo>
                          <a:pt x="2073640" y="62103"/>
                          <a:pt x="2082975" y="46673"/>
                          <a:pt x="2095548" y="34862"/>
                        </a:cubicBezTo>
                        <a:cubicBezTo>
                          <a:pt x="2108502" y="22670"/>
                          <a:pt x="2125075" y="13906"/>
                          <a:pt x="2145268" y="8573"/>
                        </a:cubicBezTo>
                        <a:cubicBezTo>
                          <a:pt x="2165461" y="2857"/>
                          <a:pt x="2190036" y="0"/>
                          <a:pt x="2218992" y="0"/>
                        </a:cubicBezTo>
                        <a:lnTo>
                          <a:pt x="2470452" y="0"/>
                        </a:ln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75CFDA20-9EE6-50D2-9DF7-0719737E5BBA}"/>
                      </a:ext>
                    </a:extLst>
                  </p:cNvPr>
                  <p:cNvSpPr/>
                  <p:nvPr/>
                </p:nvSpPr>
                <p:spPr>
                  <a:xfrm>
                    <a:off x="4110037" y="2886075"/>
                    <a:ext cx="990600" cy="1094098"/>
                  </a:xfrm>
                  <a:custGeom>
                    <a:avLst/>
                    <a:gdLst>
                      <a:gd name="csX0" fmla="*/ 0 w 990600"/>
                      <a:gd name="csY0" fmla="*/ 280916 h 1094098"/>
                      <a:gd name="csX1" fmla="*/ 0 w 990600"/>
                      <a:gd name="csY1" fmla="*/ 428767 h 1094098"/>
                      <a:gd name="csX2" fmla="*/ 354842 w 990600"/>
                      <a:gd name="csY2" fmla="*/ 635759 h 1094098"/>
                      <a:gd name="csX3" fmla="*/ 354842 w 990600"/>
                      <a:gd name="csY3" fmla="*/ 1034958 h 1094098"/>
                      <a:gd name="csX4" fmla="*/ 473122 w 990600"/>
                      <a:gd name="csY4" fmla="*/ 1094099 h 1094098"/>
                      <a:gd name="csX5" fmla="*/ 532263 w 990600"/>
                      <a:gd name="csY5" fmla="*/ 1094099 h 1094098"/>
                      <a:gd name="csX6" fmla="*/ 990600 w 990600"/>
                      <a:gd name="csY6" fmla="*/ 827961 h 1094098"/>
                      <a:gd name="csX7" fmla="*/ 990600 w 990600"/>
                      <a:gd name="csY7" fmla="*/ 266131 h 1094098"/>
                      <a:gd name="csX8" fmla="*/ 532263 w 990600"/>
                      <a:gd name="csY8" fmla="*/ 0 h 1094098"/>
                      <a:gd name="csX9" fmla="*/ 458337 w 990600"/>
                      <a:gd name="csY9" fmla="*/ 0 h 1094098"/>
                      <a:gd name="csX10" fmla="*/ 0 w 990600"/>
                      <a:gd name="csY10" fmla="*/ 280916 h 1094098"/>
                      <a:gd name="csX11" fmla="*/ 487908 w 990600"/>
                      <a:gd name="csY11" fmla="*/ 147851 h 1094098"/>
                      <a:gd name="csX12" fmla="*/ 192206 w 990600"/>
                      <a:gd name="csY12" fmla="*/ 325272 h 1094098"/>
                      <a:gd name="csX13" fmla="*/ 192206 w 990600"/>
                      <a:gd name="csY13" fmla="*/ 369627 h 1094098"/>
                      <a:gd name="csX14" fmla="*/ 487908 w 990600"/>
                      <a:gd name="csY14" fmla="*/ 532263 h 1094098"/>
                      <a:gd name="csX15" fmla="*/ 517478 w 990600"/>
                      <a:gd name="csY15" fmla="*/ 591403 h 1094098"/>
                      <a:gd name="csX16" fmla="*/ 517478 w 990600"/>
                      <a:gd name="csY16" fmla="*/ 931459 h 1094098"/>
                      <a:gd name="csX17" fmla="*/ 813179 w 990600"/>
                      <a:gd name="csY17" fmla="*/ 754039 h 1094098"/>
                      <a:gd name="csX18" fmla="*/ 842749 w 990600"/>
                      <a:gd name="csY18" fmla="*/ 709684 h 1094098"/>
                      <a:gd name="csX19" fmla="*/ 842749 w 990600"/>
                      <a:gd name="csY19" fmla="*/ 340057 h 1094098"/>
                      <a:gd name="csX20" fmla="*/ 487908 w 990600"/>
                      <a:gd name="csY20" fmla="*/ 147851 h 1094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990600" h="1094098">
                        <a:moveTo>
                          <a:pt x="0" y="280916"/>
                        </a:moveTo>
                        <a:lnTo>
                          <a:pt x="0" y="428767"/>
                        </a:lnTo>
                        <a:lnTo>
                          <a:pt x="354842" y="635759"/>
                        </a:lnTo>
                        <a:lnTo>
                          <a:pt x="354842" y="1034958"/>
                        </a:lnTo>
                        <a:lnTo>
                          <a:pt x="473122" y="1094099"/>
                        </a:lnTo>
                        <a:lnTo>
                          <a:pt x="532263" y="1094099"/>
                        </a:lnTo>
                        <a:lnTo>
                          <a:pt x="990600" y="827961"/>
                        </a:lnTo>
                        <a:lnTo>
                          <a:pt x="990600" y="266131"/>
                        </a:lnTo>
                        <a:lnTo>
                          <a:pt x="532263" y="0"/>
                        </a:lnTo>
                        <a:lnTo>
                          <a:pt x="458337" y="0"/>
                        </a:lnTo>
                        <a:lnTo>
                          <a:pt x="0" y="280916"/>
                        </a:lnTo>
                        <a:close/>
                        <a:moveTo>
                          <a:pt x="487908" y="147851"/>
                        </a:moveTo>
                        <a:lnTo>
                          <a:pt x="192206" y="325272"/>
                        </a:lnTo>
                        <a:lnTo>
                          <a:pt x="192206" y="369627"/>
                        </a:lnTo>
                        <a:lnTo>
                          <a:pt x="487908" y="532263"/>
                        </a:lnTo>
                        <a:lnTo>
                          <a:pt x="517478" y="591403"/>
                        </a:lnTo>
                        <a:lnTo>
                          <a:pt x="517478" y="931459"/>
                        </a:lnTo>
                        <a:lnTo>
                          <a:pt x="813179" y="754039"/>
                        </a:lnTo>
                        <a:lnTo>
                          <a:pt x="842749" y="709684"/>
                        </a:lnTo>
                        <a:lnTo>
                          <a:pt x="842749" y="340057"/>
                        </a:lnTo>
                        <a:lnTo>
                          <a:pt x="487908" y="147851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5AF3E973-AB4C-B83F-E01E-8D985094F994}"/>
                      </a:ext>
                    </a:extLst>
                  </p:cNvPr>
                  <p:cNvSpPr/>
                  <p:nvPr/>
                </p:nvSpPr>
                <p:spPr>
                  <a:xfrm>
                    <a:off x="4110037" y="3484967"/>
                    <a:ext cx="251346" cy="413789"/>
                  </a:xfrm>
                  <a:custGeom>
                    <a:avLst/>
                    <a:gdLst>
                      <a:gd name="csX0" fmla="*/ 0 w 251346"/>
                      <a:gd name="csY0" fmla="*/ 262530 h 413789"/>
                      <a:gd name="csX1" fmla="*/ 0 w 251346"/>
                      <a:gd name="csY1" fmla="*/ 25818 h 413789"/>
                      <a:gd name="csX2" fmla="*/ 4796 w 251346"/>
                      <a:gd name="csY2" fmla="*/ 897 h 413789"/>
                      <a:gd name="csX3" fmla="*/ 28709 w 251346"/>
                      <a:gd name="csY3" fmla="*/ 9399 h 413789"/>
                      <a:gd name="csX4" fmla="*/ 241955 w 251346"/>
                      <a:gd name="csY4" fmla="*/ 134838 h 413789"/>
                      <a:gd name="csX5" fmla="*/ 250089 w 251346"/>
                      <a:gd name="csY5" fmla="*/ 141081 h 413789"/>
                      <a:gd name="csX6" fmla="*/ 251347 w 251346"/>
                      <a:gd name="csY6" fmla="*/ 151258 h 413789"/>
                      <a:gd name="csX7" fmla="*/ 251347 w 251346"/>
                      <a:gd name="csY7" fmla="*/ 387974 h 413789"/>
                      <a:gd name="csX8" fmla="*/ 246550 w 251346"/>
                      <a:gd name="csY8" fmla="*/ 412892 h 413789"/>
                      <a:gd name="csX9" fmla="*/ 222637 w 251346"/>
                      <a:gd name="csY9" fmla="*/ 404395 h 413789"/>
                      <a:gd name="csX10" fmla="*/ 9391 w 251346"/>
                      <a:gd name="csY10" fmla="*/ 278951 h 413789"/>
                      <a:gd name="csX11" fmla="*/ 9391 w 251346"/>
                      <a:gd name="csY11" fmla="*/ 278951 h 413789"/>
                      <a:gd name="csX12" fmla="*/ 1257 w 251346"/>
                      <a:gd name="csY12" fmla="*/ 272712 h 413789"/>
                      <a:gd name="csX13" fmla="*/ 0 w 251346"/>
                      <a:gd name="csY13" fmla="*/ 262530 h 4137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251346" h="413789">
                        <a:moveTo>
                          <a:pt x="0" y="262530"/>
                        </a:moveTo>
                        <a:lnTo>
                          <a:pt x="0" y="25818"/>
                        </a:lnTo>
                        <a:cubicBezTo>
                          <a:pt x="0" y="11033"/>
                          <a:pt x="0" y="3640"/>
                          <a:pt x="4796" y="897"/>
                        </a:cubicBezTo>
                        <a:cubicBezTo>
                          <a:pt x="9592" y="-1846"/>
                          <a:pt x="15964" y="1902"/>
                          <a:pt x="28709" y="9399"/>
                        </a:cubicBezTo>
                        <a:lnTo>
                          <a:pt x="241955" y="134838"/>
                        </a:lnTo>
                        <a:cubicBezTo>
                          <a:pt x="246540" y="137535"/>
                          <a:pt x="248833" y="138884"/>
                          <a:pt x="250089" y="141081"/>
                        </a:cubicBezTo>
                        <a:cubicBezTo>
                          <a:pt x="251347" y="143279"/>
                          <a:pt x="251347" y="145938"/>
                          <a:pt x="251347" y="151258"/>
                        </a:cubicBezTo>
                        <a:lnTo>
                          <a:pt x="251347" y="387974"/>
                        </a:lnTo>
                        <a:cubicBezTo>
                          <a:pt x="251347" y="402757"/>
                          <a:pt x="251347" y="410148"/>
                          <a:pt x="246550" y="412892"/>
                        </a:cubicBezTo>
                        <a:cubicBezTo>
                          <a:pt x="241754" y="415635"/>
                          <a:pt x="235382" y="411891"/>
                          <a:pt x="222637" y="404395"/>
                        </a:cubicBezTo>
                        <a:lnTo>
                          <a:pt x="9391" y="278951"/>
                        </a:lnTo>
                        <a:lnTo>
                          <a:pt x="9391" y="278951"/>
                        </a:lnTo>
                        <a:cubicBezTo>
                          <a:pt x="4806" y="276255"/>
                          <a:pt x="2514" y="274903"/>
                          <a:pt x="1257" y="272712"/>
                        </a:cubicBezTo>
                        <a:cubicBezTo>
                          <a:pt x="0" y="270512"/>
                          <a:pt x="0" y="267854"/>
                          <a:pt x="0" y="262530"/>
                        </a:cubicBez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pic>
              <p:nvPicPr>
                <p:cNvPr id="174" name="Picture 173">
                  <a:extLst>
                    <a:ext uri="{FF2B5EF4-FFF2-40B4-BE49-F238E27FC236}">
                      <a16:creationId xmlns:a16="http://schemas.microsoft.com/office/drawing/2014/main" id="{1179FC28-00B2-B188-505A-3210FA6BB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55670" y="3565718"/>
                  <a:ext cx="585072" cy="210626"/>
                </a:xfrm>
                <a:prstGeom prst="rect">
                  <a:avLst/>
                </a:prstGeom>
              </p:spPr>
            </p:pic>
            <p:pic>
              <p:nvPicPr>
                <p:cNvPr id="211" name="Picture 210">
                  <a:extLst>
                    <a:ext uri="{FF2B5EF4-FFF2-40B4-BE49-F238E27FC236}">
                      <a16:creationId xmlns:a16="http://schemas.microsoft.com/office/drawing/2014/main" id="{CDF5A639-EEA9-971B-42BA-3E7C5A8EA5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r="23919" b="68265"/>
                <a:stretch>
                  <a:fillRect/>
                </a:stretch>
              </p:blipFill>
              <p:spPr>
                <a:xfrm>
                  <a:off x="8439897" y="4890588"/>
                  <a:ext cx="616618" cy="207050"/>
                </a:xfrm>
                <a:prstGeom prst="rect">
                  <a:avLst/>
                </a:prstGeom>
              </p:spPr>
            </p:pic>
            <p:pic>
              <p:nvPicPr>
                <p:cNvPr id="1041" name="Picture 1040">
                  <a:extLst>
                    <a:ext uri="{FF2B5EF4-FFF2-40B4-BE49-F238E27FC236}">
                      <a16:creationId xmlns:a16="http://schemas.microsoft.com/office/drawing/2014/main" id="{0D22BAF2-1DF7-C1E3-ED6A-4AA45D577D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93637" y="4188452"/>
                  <a:ext cx="709138" cy="290028"/>
                </a:xfrm>
                <a:prstGeom prst="rect">
                  <a:avLst/>
                </a:prstGeom>
              </p:spPr>
            </p:pic>
            <p:pic>
              <p:nvPicPr>
                <p:cNvPr id="1053" name="Picture 1052">
                  <a:extLst>
                    <a:ext uri="{FF2B5EF4-FFF2-40B4-BE49-F238E27FC236}">
                      <a16:creationId xmlns:a16="http://schemas.microsoft.com/office/drawing/2014/main" id="{58AD8D89-4B69-A6CA-BABB-66501E061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32855" y="1606591"/>
                  <a:ext cx="430702" cy="308499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5A1A990-0589-BCE5-74DC-07DF52F02DB6}"/>
                  </a:ext>
                </a:extLst>
              </p:cNvPr>
              <p:cNvGrpSpPr/>
              <p:nvPr/>
            </p:nvGrpSpPr>
            <p:grpSpPr>
              <a:xfrm>
                <a:off x="5232668" y="1646842"/>
                <a:ext cx="1069307" cy="4059509"/>
                <a:chOff x="5321340" y="1646842"/>
                <a:chExt cx="1069307" cy="4059509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9548D57C-80B0-0849-A051-D4E5E03B30A7}"/>
                    </a:ext>
                  </a:extLst>
                </p:cNvPr>
                <p:cNvGrpSpPr/>
                <p:nvPr/>
              </p:nvGrpSpPr>
              <p:grpSpPr>
                <a:xfrm>
                  <a:off x="5362388" y="3918715"/>
                  <a:ext cx="987211" cy="174452"/>
                  <a:chOff x="5718629" y="1492250"/>
                  <a:chExt cx="4078514" cy="720725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07578275-7B2F-6F51-212C-5355F9CA8A5A}"/>
                      </a:ext>
                    </a:extLst>
                  </p:cNvPr>
                  <p:cNvSpPr/>
                  <p:nvPr/>
                </p:nvSpPr>
                <p:spPr>
                  <a:xfrm>
                    <a:off x="5718629" y="1492250"/>
                    <a:ext cx="4078514" cy="720725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300460" rtl="0">
                      <a:defRPr/>
                    </a:pPr>
                    <a:endParaRPr lang="en-IN" sz="2560" kern="120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pic>
                <p:nvPicPr>
                  <p:cNvPr id="86" name="Picture 85">
                    <a:extLst>
                      <a:ext uri="{FF2B5EF4-FFF2-40B4-BE49-F238E27FC236}">
                        <a16:creationId xmlns:a16="http://schemas.microsoft.com/office/drawing/2014/main" id="{29C191E8-9D89-0B13-BE47-1C87285C97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78955" y="1545062"/>
                    <a:ext cx="3947751" cy="59313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58" name="Picture 157">
                  <a:extLst>
                    <a:ext uri="{FF2B5EF4-FFF2-40B4-BE49-F238E27FC236}">
                      <a16:creationId xmlns:a16="http://schemas.microsoft.com/office/drawing/2014/main" id="{0CBD0254-C13B-01BC-BF37-74107E4CB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21340" y="4983867"/>
                  <a:ext cx="1069307" cy="182543"/>
                </a:xfrm>
                <a:prstGeom prst="rect">
                  <a:avLst/>
                </a:prstGeom>
              </p:spPr>
            </p:pic>
            <p:pic>
              <p:nvPicPr>
                <p:cNvPr id="176" name="Graphic 175">
                  <a:extLst>
                    <a:ext uri="{FF2B5EF4-FFF2-40B4-BE49-F238E27FC236}">
                      <a16:creationId xmlns:a16="http://schemas.microsoft.com/office/drawing/2014/main" id="{D30F0FA4-AF16-C157-72D6-9E55AC381D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96DAC541-7B7A-43D3-8B79-37D633B846F1}">
                      <asvg:svgBlip xmlns:asvg="http://schemas.microsoft.com/office/drawing/2016/SVG/main" r:embed="rId3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2" y="2807758"/>
                  <a:ext cx="937103" cy="200143"/>
                </a:xfrm>
                <a:prstGeom prst="rect">
                  <a:avLst/>
                </a:prstGeom>
              </p:spPr>
            </p:pic>
            <p:pic>
              <p:nvPicPr>
                <p:cNvPr id="192" name="Graphic 191">
                  <a:extLst>
                    <a:ext uri="{FF2B5EF4-FFF2-40B4-BE49-F238E27FC236}">
                      <a16:creationId xmlns:a16="http://schemas.microsoft.com/office/drawing/2014/main" id="{6EA949E9-BAD6-CB64-C5D4-E9A8F4C91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>
                  <a:extLst>
                    <a:ext uri="{96DAC541-7B7A-43D3-8B79-37D633B846F1}">
                      <asvg:svgBlip xmlns:asvg="http://schemas.microsoft.com/office/drawing/2016/SVG/main" r:embed="rId4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49705" y="3360363"/>
                  <a:ext cx="1012576" cy="205890"/>
                </a:xfrm>
                <a:prstGeom prst="rect">
                  <a:avLst/>
                </a:prstGeom>
              </p:spPr>
            </p:pic>
            <p:pic>
              <p:nvPicPr>
                <p:cNvPr id="1026" name="Picture 2" descr="Jindal Mobilitric – Jindal Mobilitric">
                  <a:extLst>
                    <a:ext uri="{FF2B5EF4-FFF2-40B4-BE49-F238E27FC236}">
                      <a16:creationId xmlns:a16="http://schemas.microsoft.com/office/drawing/2014/main" id="{2EA57B2A-C7B8-E82D-75EB-B79EC4A2E3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52194" y="4445629"/>
                  <a:ext cx="1007598" cy="1857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9" name="Picture 1048">
                  <a:extLst>
                    <a:ext uri="{FF2B5EF4-FFF2-40B4-BE49-F238E27FC236}">
                      <a16:creationId xmlns:a16="http://schemas.microsoft.com/office/drawing/2014/main" id="{DBA542A9-1900-DB2C-45CC-D651697C31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82617" y="5518870"/>
                  <a:ext cx="946753" cy="187481"/>
                </a:xfrm>
                <a:prstGeom prst="rect">
                  <a:avLst/>
                </a:prstGeom>
              </p:spPr>
            </p:pic>
            <p:pic>
              <p:nvPicPr>
                <p:cNvPr id="1051" name="Picture 1050">
                  <a:extLst>
                    <a:ext uri="{FF2B5EF4-FFF2-40B4-BE49-F238E27FC236}">
                      <a16:creationId xmlns:a16="http://schemas.microsoft.com/office/drawing/2014/main" id="{F33A0FDB-F912-54B7-94BE-B108DC172F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5002" y="1646842"/>
                  <a:ext cx="881983" cy="227996"/>
                </a:xfrm>
                <a:prstGeom prst="rect">
                  <a:avLst/>
                </a:prstGeom>
              </p:spPr>
            </p:pic>
            <p:pic>
              <p:nvPicPr>
                <p:cNvPr id="1057" name="Picture 1056">
                  <a:extLst>
                    <a:ext uri="{FF2B5EF4-FFF2-40B4-BE49-F238E27FC236}">
                      <a16:creationId xmlns:a16="http://schemas.microsoft.com/office/drawing/2014/main" id="{E9F1F2BB-EB92-DF14-6F33-183AB5F674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1" y="2227300"/>
                  <a:ext cx="937104" cy="227996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BF7B57C-290F-5280-48BB-F888E00A6BAE}"/>
                  </a:ext>
                </a:extLst>
              </p:cNvPr>
              <p:cNvGrpSpPr/>
              <p:nvPr/>
            </p:nvGrpSpPr>
            <p:grpSpPr>
              <a:xfrm>
                <a:off x="1040946" y="1653601"/>
                <a:ext cx="958526" cy="4063694"/>
                <a:chOff x="1040946" y="1653601"/>
                <a:chExt cx="958526" cy="4063694"/>
              </a:xfrm>
            </p:grpSpPr>
            <p:pic>
              <p:nvPicPr>
                <p:cNvPr id="72" name="Picture 71">
                  <a:extLst>
                    <a:ext uri="{FF2B5EF4-FFF2-40B4-BE49-F238E27FC236}">
                      <a16:creationId xmlns:a16="http://schemas.microsoft.com/office/drawing/2014/main" id="{400DCE57-E012-8604-0839-F20CE47850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40946" y="2620524"/>
                  <a:ext cx="958526" cy="214478"/>
                </a:xfrm>
                <a:prstGeom prst="rect">
                  <a:avLst/>
                </a:prstGeom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DDBB1823-2B8B-92B9-C285-C3260CCDE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7436" y="2137063"/>
                  <a:ext cx="805546" cy="214478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8FCD82C9-4736-1DBE-B994-0A6DE5478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3583444"/>
                  <a:ext cx="713184" cy="210476"/>
                </a:xfrm>
                <a:prstGeom prst="rect">
                  <a:avLst/>
                </a:prstGeom>
              </p:spPr>
            </p:pic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22B7CFF5-EFC7-EBF1-A359-0C12F4BF52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68669" y="3103985"/>
                  <a:ext cx="903081" cy="210476"/>
                </a:xfrm>
                <a:prstGeom prst="rect">
                  <a:avLst/>
                </a:prstGeom>
              </p:spPr>
            </p:pic>
            <p:pic>
              <p:nvPicPr>
                <p:cNvPr id="170" name="Picture 169">
                  <a:extLst>
                    <a:ext uri="{FF2B5EF4-FFF2-40B4-BE49-F238E27FC236}">
                      <a16:creationId xmlns:a16="http://schemas.microsoft.com/office/drawing/2014/main" id="{6AAE1D07-955F-D87C-63D8-831722E938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99185" y="5507925"/>
                  <a:ext cx="842048" cy="209370"/>
                </a:xfrm>
                <a:prstGeom prst="rect">
                  <a:avLst/>
                </a:prstGeom>
              </p:spPr>
            </p:pic>
            <p:pic>
              <p:nvPicPr>
                <p:cNvPr id="202" name="Picture 201">
                  <a:extLst>
                    <a:ext uri="{FF2B5EF4-FFF2-40B4-BE49-F238E27FC236}">
                      <a16:creationId xmlns:a16="http://schemas.microsoft.com/office/drawing/2014/main" id="{DCFA2F52-5DE1-C1F0-B13E-758B548452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90010" y="4542362"/>
                  <a:ext cx="660398" cy="209360"/>
                </a:xfrm>
                <a:prstGeom prst="rect">
                  <a:avLst/>
                </a:prstGeom>
              </p:spPr>
            </p:pic>
            <p:pic>
              <p:nvPicPr>
                <p:cNvPr id="204" name="Picture 203">
                  <a:extLst>
                    <a:ext uri="{FF2B5EF4-FFF2-40B4-BE49-F238E27FC236}">
                      <a16:creationId xmlns:a16="http://schemas.microsoft.com/office/drawing/2014/main" id="{C52C141A-603B-B780-A6DB-2075E655F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2067" y="4062903"/>
                  <a:ext cx="656285" cy="210476"/>
                </a:xfrm>
                <a:prstGeom prst="rect">
                  <a:avLst/>
                </a:prstGeom>
              </p:spPr>
            </p:pic>
            <p:pic>
              <p:nvPicPr>
                <p:cNvPr id="209" name="Picture 208">
                  <a:extLst>
                    <a:ext uri="{FF2B5EF4-FFF2-40B4-BE49-F238E27FC236}">
                      <a16:creationId xmlns:a16="http://schemas.microsoft.com/office/drawing/2014/main" id="{87CFF170-E742-D4A3-E5F8-34D9AB3B20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71734" y="5020705"/>
                  <a:ext cx="696950" cy="218239"/>
                </a:xfrm>
                <a:prstGeom prst="rect">
                  <a:avLst/>
                </a:prstGeom>
              </p:spPr>
            </p:pic>
            <p:pic>
              <p:nvPicPr>
                <p:cNvPr id="1058" name="Picture 1057">
                  <a:extLst>
                    <a:ext uri="{FF2B5EF4-FFF2-40B4-BE49-F238E27FC236}">
                      <a16:creationId xmlns:a16="http://schemas.microsoft.com/office/drawing/2014/main" id="{16B3C3F1-F07B-7145-78C0-F56E70EBA6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1653601"/>
                  <a:ext cx="713184" cy="214479"/>
                </a:xfrm>
                <a:prstGeom prst="rect">
                  <a:avLst/>
                </a:prstGeom>
              </p:spPr>
            </p:pic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8A958A3-AE7A-8CFE-C3D3-838B9DE9E216}"/>
                  </a:ext>
                </a:extLst>
              </p:cNvPr>
              <p:cNvGrpSpPr/>
              <p:nvPr/>
            </p:nvGrpSpPr>
            <p:grpSpPr>
              <a:xfrm>
                <a:off x="9477908" y="1600470"/>
                <a:ext cx="1041559" cy="4141121"/>
                <a:chOff x="10821726" y="1650656"/>
                <a:chExt cx="1041559" cy="4141121"/>
              </a:xfrm>
            </p:grpSpPr>
            <p:pic>
              <p:nvPicPr>
                <p:cNvPr id="117" name="Graphic 116">
                  <a:extLst>
                    <a:ext uri="{FF2B5EF4-FFF2-40B4-BE49-F238E27FC236}">
                      <a16:creationId xmlns:a16="http://schemas.microsoft.com/office/drawing/2014/main" id="{5DBDD12B-E83A-C52E-F1B3-156D0874F4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5">
                  <a:extLst>
                    <a:ext uri="{96DAC541-7B7A-43D3-8B79-37D633B846F1}">
                      <asvg:svgBlip xmlns:asvg="http://schemas.microsoft.com/office/drawing/2016/SVG/main" r:embed="rId56"/>
                    </a:ext>
                  </a:extLst>
                </a:blip>
                <a:srcRect l="2315" t="35295" r="4875" b="36926"/>
                <a:stretch>
                  <a:fillRect/>
                </a:stretch>
              </p:blipFill>
              <p:spPr>
                <a:xfrm>
                  <a:off x="10992129" y="2279266"/>
                  <a:ext cx="700753" cy="209742"/>
                </a:xfrm>
                <a:prstGeom prst="rect">
                  <a:avLst/>
                </a:prstGeom>
              </p:spPr>
            </p:pic>
            <p:pic>
              <p:nvPicPr>
                <p:cNvPr id="1039" name="Picture 1038">
                  <a:extLst>
                    <a:ext uri="{FF2B5EF4-FFF2-40B4-BE49-F238E27FC236}">
                      <a16:creationId xmlns:a16="http://schemas.microsoft.com/office/drawing/2014/main" id="{447AFC96-DD70-FB9A-0D98-07E184977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134476" y="4082774"/>
                  <a:ext cx="416059" cy="426511"/>
                </a:xfrm>
                <a:prstGeom prst="rect">
                  <a:avLst/>
                </a:prstGeom>
              </p:spPr>
            </p:pic>
            <p:pic>
              <p:nvPicPr>
                <p:cNvPr id="142" name="Graphic 141">
                  <a:extLst>
                    <a:ext uri="{FF2B5EF4-FFF2-40B4-BE49-F238E27FC236}">
                      <a16:creationId xmlns:a16="http://schemas.microsoft.com/office/drawing/2014/main" id="{9D66174A-9094-B171-EAA8-C0A402DB9B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8">
                  <a:extLst>
                    <a:ext uri="{96DAC541-7B7A-43D3-8B79-37D633B846F1}">
                      <asvg:svgBlip xmlns:asvg="http://schemas.microsoft.com/office/drawing/2016/SVG/main" r:embed="rId5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92128" y="2755201"/>
                  <a:ext cx="700754" cy="358786"/>
                </a:xfrm>
                <a:prstGeom prst="rect">
                  <a:avLst/>
                </a:prstGeom>
              </p:spPr>
            </p:pic>
            <p:pic>
              <p:nvPicPr>
                <p:cNvPr id="1055" name="Picture 1054">
                  <a:extLst>
                    <a:ext uri="{FF2B5EF4-FFF2-40B4-BE49-F238E27FC236}">
                      <a16:creationId xmlns:a16="http://schemas.microsoft.com/office/drawing/2014/main" id="{7A50BC60-1EC7-1554-D169-CD341001BD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3670" y="4846502"/>
                  <a:ext cx="737671" cy="249725"/>
                </a:xfrm>
                <a:prstGeom prst="rect">
                  <a:avLst/>
                </a:prstGeom>
              </p:spPr>
            </p:pic>
            <p:pic>
              <p:nvPicPr>
                <p:cNvPr id="144" name="Picture 143">
                  <a:extLst>
                    <a:ext uri="{FF2B5EF4-FFF2-40B4-BE49-F238E27FC236}">
                      <a16:creationId xmlns:a16="http://schemas.microsoft.com/office/drawing/2014/main" id="{10B834B8-245B-2393-B1C3-C256B7C3B5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21726" y="3451204"/>
                  <a:ext cx="1041559" cy="294353"/>
                </a:xfrm>
                <a:prstGeom prst="rect">
                  <a:avLst/>
                </a:prstGeom>
              </p:spPr>
            </p:pic>
            <p:grpSp>
              <p:nvGrpSpPr>
                <p:cNvPr id="218" name="Graphic 216">
                  <a:extLst>
                    <a:ext uri="{FF2B5EF4-FFF2-40B4-BE49-F238E27FC236}">
                      <a16:creationId xmlns:a16="http://schemas.microsoft.com/office/drawing/2014/main" id="{02B1EAE9-5E02-BBD0-96D0-CD8C4FBFCCC5}"/>
                    </a:ext>
                  </a:extLst>
                </p:cNvPr>
                <p:cNvGrpSpPr/>
                <p:nvPr/>
              </p:nvGrpSpPr>
              <p:grpSpPr>
                <a:xfrm>
                  <a:off x="11021517" y="1650656"/>
                  <a:ext cx="641977" cy="220369"/>
                  <a:chOff x="5562600" y="3248025"/>
                  <a:chExt cx="1064418" cy="365379"/>
                </a:xfrm>
                <a:solidFill>
                  <a:schemeClr val="tx1"/>
                </a:solidFill>
              </p:grpSpPr>
              <p:sp>
                <p:nvSpPr>
                  <p:cNvPr id="219" name="Freeform: Shape 218">
                    <a:extLst>
                      <a:ext uri="{FF2B5EF4-FFF2-40B4-BE49-F238E27FC236}">
                        <a16:creationId xmlns:a16="http://schemas.microsoft.com/office/drawing/2014/main" id="{AFEE0158-9C0A-074D-38BB-8513670012E7}"/>
                      </a:ext>
                    </a:extLst>
                  </p:cNvPr>
                  <p:cNvSpPr/>
                  <p:nvPr/>
                </p:nvSpPr>
                <p:spPr>
                  <a:xfrm>
                    <a:off x="5562600" y="3546347"/>
                    <a:ext cx="57054" cy="66198"/>
                  </a:xfrm>
                  <a:custGeom>
                    <a:avLst/>
                    <a:gdLst>
                      <a:gd name="csX0" fmla="*/ 25527 w 57054"/>
                      <a:gd name="csY0" fmla="*/ 0 h 66198"/>
                      <a:gd name="csX1" fmla="*/ 57055 w 57054"/>
                      <a:gd name="csY1" fmla="*/ 32861 h 66198"/>
                      <a:gd name="csX2" fmla="*/ 25527 w 57054"/>
                      <a:gd name="csY2" fmla="*/ 66199 h 66198"/>
                      <a:gd name="csX3" fmla="*/ 0 w 57054"/>
                      <a:gd name="csY3" fmla="*/ 66199 h 66198"/>
                      <a:gd name="csX4" fmla="*/ 0 w 57054"/>
                      <a:gd name="csY4" fmla="*/ 0 h 66198"/>
                      <a:gd name="csX5" fmla="*/ 25527 w 57054"/>
                      <a:gd name="csY5" fmla="*/ 0 h 66198"/>
                      <a:gd name="csX6" fmla="*/ 13907 w 57054"/>
                      <a:gd name="csY6" fmla="*/ 54674 h 66198"/>
                      <a:gd name="csX7" fmla="*/ 23908 w 57054"/>
                      <a:gd name="csY7" fmla="*/ 54674 h 66198"/>
                      <a:gd name="csX8" fmla="*/ 42958 w 57054"/>
                      <a:gd name="csY8" fmla="*/ 32861 h 66198"/>
                      <a:gd name="csX9" fmla="*/ 23908 w 57054"/>
                      <a:gd name="csY9" fmla="*/ 11430 h 66198"/>
                      <a:gd name="csX10" fmla="*/ 13907 w 57054"/>
                      <a:gd name="csY10" fmla="*/ 11430 h 66198"/>
                      <a:gd name="csX11" fmla="*/ 13907 w 57054"/>
                      <a:gd name="csY11" fmla="*/ 5476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57054" h="66198">
                        <a:moveTo>
                          <a:pt x="25527" y="0"/>
                        </a:moveTo>
                        <a:cubicBezTo>
                          <a:pt x="45434" y="0"/>
                          <a:pt x="57055" y="11811"/>
                          <a:pt x="57055" y="32861"/>
                        </a:cubicBezTo>
                        <a:cubicBezTo>
                          <a:pt x="57055" y="53912"/>
                          <a:pt x="45339" y="66199"/>
                          <a:pt x="25527" y="66199"/>
                        </a:cubicBez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5527" y="0"/>
                        </a:lnTo>
                        <a:close/>
                        <a:moveTo>
                          <a:pt x="13907" y="54674"/>
                        </a:moveTo>
                        <a:lnTo>
                          <a:pt x="23908" y="54674"/>
                        </a:lnTo>
                        <a:cubicBezTo>
                          <a:pt x="36290" y="54674"/>
                          <a:pt x="42958" y="47149"/>
                          <a:pt x="42958" y="32861"/>
                        </a:cubicBezTo>
                        <a:cubicBezTo>
                          <a:pt x="42958" y="18574"/>
                          <a:pt x="36100" y="11430"/>
                          <a:pt x="23908" y="11430"/>
                        </a:cubicBezTo>
                        <a:lnTo>
                          <a:pt x="13907" y="11430"/>
                        </a:lnTo>
                        <a:lnTo>
                          <a:pt x="13907" y="5476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F655DEA8-F430-A200-0371-EA6E331305BB}"/>
                      </a:ext>
                    </a:extLst>
                  </p:cNvPr>
                  <p:cNvSpPr/>
                  <p:nvPr/>
                </p:nvSpPr>
                <p:spPr>
                  <a:xfrm>
                    <a:off x="5629179" y="3562064"/>
                    <a:ext cx="46577" cy="51244"/>
                  </a:xfrm>
                  <a:custGeom>
                    <a:avLst/>
                    <a:gdLst>
                      <a:gd name="csX0" fmla="*/ 46482 w 46577"/>
                      <a:gd name="csY0" fmla="*/ 50482 h 51244"/>
                      <a:gd name="csX1" fmla="*/ 33528 w 46577"/>
                      <a:gd name="csY1" fmla="*/ 50482 h 51244"/>
                      <a:gd name="csX2" fmla="*/ 33528 w 46577"/>
                      <a:gd name="csY2" fmla="*/ 41339 h 51244"/>
                      <a:gd name="csX3" fmla="*/ 33242 w 46577"/>
                      <a:gd name="csY3" fmla="*/ 41339 h 51244"/>
                      <a:gd name="csX4" fmla="*/ 18098 w 46577"/>
                      <a:gd name="csY4" fmla="*/ 51244 h 51244"/>
                      <a:gd name="csX5" fmla="*/ 0 w 46577"/>
                      <a:gd name="csY5" fmla="*/ 32385 h 51244"/>
                      <a:gd name="csX6" fmla="*/ 0 w 46577"/>
                      <a:gd name="csY6" fmla="*/ 0 h 51244"/>
                      <a:gd name="csX7" fmla="*/ 13430 w 46577"/>
                      <a:gd name="csY7" fmla="*/ 0 h 51244"/>
                      <a:gd name="csX8" fmla="*/ 13430 w 46577"/>
                      <a:gd name="csY8" fmla="*/ 29623 h 51244"/>
                      <a:gd name="csX9" fmla="*/ 23051 w 46577"/>
                      <a:gd name="csY9" fmla="*/ 40100 h 51244"/>
                      <a:gd name="csX10" fmla="*/ 33147 w 46577"/>
                      <a:gd name="csY10" fmla="*/ 28766 h 51244"/>
                      <a:gd name="csX11" fmla="*/ 33147 w 46577"/>
                      <a:gd name="csY11" fmla="*/ 0 h 51244"/>
                      <a:gd name="csX12" fmla="*/ 46577 w 46577"/>
                      <a:gd name="csY12" fmla="*/ 0 h 51244"/>
                      <a:gd name="csX13" fmla="*/ 46577 w 46577"/>
                      <a:gd name="csY13" fmla="*/ 50482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46482" y="50482"/>
                        </a:moveTo>
                        <a:lnTo>
                          <a:pt x="33528" y="50482"/>
                        </a:lnTo>
                        <a:lnTo>
                          <a:pt x="33528" y="41339"/>
                        </a:lnTo>
                        <a:lnTo>
                          <a:pt x="33242" y="41339"/>
                        </a:lnTo>
                        <a:cubicBezTo>
                          <a:pt x="30671" y="47625"/>
                          <a:pt x="25717" y="51244"/>
                          <a:pt x="18098" y="51244"/>
                        </a:cubicBezTo>
                        <a:cubicBezTo>
                          <a:pt x="7144" y="51244"/>
                          <a:pt x="0" y="44101"/>
                          <a:pt x="0" y="32385"/>
                        </a:cubicBez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9623"/>
                        </a:lnTo>
                        <a:cubicBezTo>
                          <a:pt x="13430" y="36481"/>
                          <a:pt x="16859" y="40100"/>
                          <a:pt x="23051" y="40100"/>
                        </a:cubicBezTo>
                        <a:cubicBezTo>
                          <a:pt x="29242" y="40100"/>
                          <a:pt x="33147" y="35623"/>
                          <a:pt x="33147" y="28766"/>
                        </a:cubicBezTo>
                        <a:lnTo>
                          <a:pt x="33147" y="0"/>
                        </a:lnTo>
                        <a:lnTo>
                          <a:pt x="46577" y="0"/>
                        </a:lnTo>
                        <a:lnTo>
                          <a:pt x="46577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4B01DD4B-2CC9-67C8-320F-B8D1990EAF08}"/>
                      </a:ext>
                    </a:extLst>
                  </p:cNvPr>
                  <p:cNvSpPr/>
                  <p:nvPr/>
                </p:nvSpPr>
                <p:spPr>
                  <a:xfrm>
                    <a:off x="5686996" y="3543204"/>
                    <a:ext cx="49910" cy="69913"/>
                  </a:xfrm>
                  <a:custGeom>
                    <a:avLst/>
                    <a:gdLst>
                      <a:gd name="csX0" fmla="*/ 13430 w 49910"/>
                      <a:gd name="csY0" fmla="*/ 60674 h 69913"/>
                      <a:gd name="csX1" fmla="*/ 13144 w 49910"/>
                      <a:gd name="csY1" fmla="*/ 60674 h 69913"/>
                      <a:gd name="csX2" fmla="*/ 13144 w 49910"/>
                      <a:gd name="csY2" fmla="*/ 69342 h 69913"/>
                      <a:gd name="csX3" fmla="*/ 0 w 49910"/>
                      <a:gd name="csY3" fmla="*/ 69342 h 69913"/>
                      <a:gd name="csX4" fmla="*/ 0 w 49910"/>
                      <a:gd name="csY4" fmla="*/ 0 h 69913"/>
                      <a:gd name="csX5" fmla="*/ 13430 w 49910"/>
                      <a:gd name="csY5" fmla="*/ 0 h 69913"/>
                      <a:gd name="csX6" fmla="*/ 13430 w 49910"/>
                      <a:gd name="csY6" fmla="*/ 27432 h 69913"/>
                      <a:gd name="csX7" fmla="*/ 13716 w 49910"/>
                      <a:gd name="csY7" fmla="*/ 27432 h 69913"/>
                      <a:gd name="csX8" fmla="*/ 29337 w 49910"/>
                      <a:gd name="csY8" fmla="*/ 18193 h 69913"/>
                      <a:gd name="csX9" fmla="*/ 49911 w 49910"/>
                      <a:gd name="csY9" fmla="*/ 44006 h 69913"/>
                      <a:gd name="csX10" fmla="*/ 29337 w 49910"/>
                      <a:gd name="csY10" fmla="*/ 69914 h 69913"/>
                      <a:gd name="csX11" fmla="*/ 13430 w 49910"/>
                      <a:gd name="csY11" fmla="*/ 60674 h 69913"/>
                      <a:gd name="csX12" fmla="*/ 13335 w 49910"/>
                      <a:gd name="csY12" fmla="*/ 44101 h 69913"/>
                      <a:gd name="csX13" fmla="*/ 24765 w 49910"/>
                      <a:gd name="csY13" fmla="*/ 59055 h 69913"/>
                      <a:gd name="csX14" fmla="*/ 36100 w 49910"/>
                      <a:gd name="csY14" fmla="*/ 44006 h 69913"/>
                      <a:gd name="csX15" fmla="*/ 24765 w 49910"/>
                      <a:gd name="csY15" fmla="*/ 29051 h 69913"/>
                      <a:gd name="csX16" fmla="*/ 13335 w 49910"/>
                      <a:gd name="csY16" fmla="*/ 4410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9910" h="69913">
                        <a:moveTo>
                          <a:pt x="13430" y="60674"/>
                        </a:moveTo>
                        <a:lnTo>
                          <a:pt x="13144" y="60674"/>
                        </a:lnTo>
                        <a:lnTo>
                          <a:pt x="13144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7432"/>
                        </a:lnTo>
                        <a:lnTo>
                          <a:pt x="13716" y="27432"/>
                        </a:lnTo>
                        <a:cubicBezTo>
                          <a:pt x="16478" y="21622"/>
                          <a:pt x="22098" y="18193"/>
                          <a:pt x="29337" y="18193"/>
                        </a:cubicBezTo>
                        <a:cubicBezTo>
                          <a:pt x="42100" y="18193"/>
                          <a:pt x="49911" y="28004"/>
                          <a:pt x="49911" y="44006"/>
                        </a:cubicBezTo>
                        <a:cubicBezTo>
                          <a:pt x="49911" y="60008"/>
                          <a:pt x="42100" y="69914"/>
                          <a:pt x="29337" y="69914"/>
                        </a:cubicBezTo>
                        <a:cubicBezTo>
                          <a:pt x="21907" y="69914"/>
                          <a:pt x="16288" y="66485"/>
                          <a:pt x="13430" y="60674"/>
                        </a:cubicBezTo>
                        <a:close/>
                        <a:moveTo>
                          <a:pt x="13335" y="44101"/>
                        </a:moveTo>
                        <a:cubicBezTo>
                          <a:pt x="13335" y="53150"/>
                          <a:pt x="17907" y="59055"/>
                          <a:pt x="24765" y="59055"/>
                        </a:cubicBezTo>
                        <a:cubicBezTo>
                          <a:pt x="31623" y="59055"/>
                          <a:pt x="36100" y="53150"/>
                          <a:pt x="36100" y="44006"/>
                        </a:cubicBezTo>
                        <a:cubicBezTo>
                          <a:pt x="36100" y="34862"/>
                          <a:pt x="31623" y="29051"/>
                          <a:pt x="24765" y="29051"/>
                        </a:cubicBezTo>
                        <a:cubicBezTo>
                          <a:pt x="17907" y="29051"/>
                          <a:pt x="13335" y="35052"/>
                          <a:pt x="13335" y="4410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2" name="Freeform: Shape 221">
                    <a:extLst>
                      <a:ext uri="{FF2B5EF4-FFF2-40B4-BE49-F238E27FC236}">
                        <a16:creationId xmlns:a16="http://schemas.microsoft.com/office/drawing/2014/main" id="{C724210D-4A88-7C41-46D8-1AE7B0EB7FA7}"/>
                      </a:ext>
                    </a:extLst>
                  </p:cNvPr>
                  <p:cNvSpPr/>
                  <p:nvPr/>
                </p:nvSpPr>
                <p:spPr>
                  <a:xfrm>
                    <a:off x="5743765" y="3561111"/>
                    <a:ext cx="45719" cy="52006"/>
                  </a:xfrm>
                  <a:custGeom>
                    <a:avLst/>
                    <a:gdLst>
                      <a:gd name="csX0" fmla="*/ 95 w 45719"/>
                      <a:gd name="csY0" fmla="*/ 36862 h 52006"/>
                      <a:gd name="csX1" fmla="*/ 20003 w 45719"/>
                      <a:gd name="csY1" fmla="*/ 21717 h 52006"/>
                      <a:gd name="csX2" fmla="*/ 32576 w 45719"/>
                      <a:gd name="csY2" fmla="*/ 20955 h 52006"/>
                      <a:gd name="csX3" fmla="*/ 32576 w 45719"/>
                      <a:gd name="csY3" fmla="*/ 17621 h 52006"/>
                      <a:gd name="csX4" fmla="*/ 23717 w 45719"/>
                      <a:gd name="csY4" fmla="*/ 10097 h 52006"/>
                      <a:gd name="csX5" fmla="*/ 14859 w 45719"/>
                      <a:gd name="csY5" fmla="*/ 16288 h 52006"/>
                      <a:gd name="csX6" fmla="*/ 2572 w 45719"/>
                      <a:gd name="csY6" fmla="*/ 16288 h 52006"/>
                      <a:gd name="csX7" fmla="*/ 24289 w 45719"/>
                      <a:gd name="csY7" fmla="*/ 0 h 52006"/>
                      <a:gd name="csX8" fmla="*/ 45720 w 45719"/>
                      <a:gd name="csY8" fmla="*/ 16764 h 52006"/>
                      <a:gd name="csX9" fmla="*/ 45720 w 45719"/>
                      <a:gd name="csY9" fmla="*/ 51435 h 52006"/>
                      <a:gd name="csX10" fmla="*/ 32766 w 45719"/>
                      <a:gd name="csY10" fmla="*/ 51435 h 52006"/>
                      <a:gd name="csX11" fmla="*/ 32766 w 45719"/>
                      <a:gd name="csY11" fmla="*/ 43625 h 52006"/>
                      <a:gd name="csX12" fmla="*/ 32480 w 45719"/>
                      <a:gd name="csY12" fmla="*/ 43625 h 52006"/>
                      <a:gd name="csX13" fmla="*/ 17050 w 45719"/>
                      <a:gd name="csY13" fmla="*/ 52007 h 52006"/>
                      <a:gd name="csX14" fmla="*/ 0 w 45719"/>
                      <a:gd name="csY14" fmla="*/ 36862 h 52006"/>
                      <a:gd name="csX15" fmla="*/ 32576 w 45719"/>
                      <a:gd name="csY15" fmla="*/ 32861 h 52006"/>
                      <a:gd name="csX16" fmla="*/ 32576 w 45719"/>
                      <a:gd name="csY16" fmla="*/ 29147 h 52006"/>
                      <a:gd name="csX17" fmla="*/ 22003 w 45719"/>
                      <a:gd name="csY17" fmla="*/ 29908 h 52006"/>
                      <a:gd name="csX18" fmla="*/ 13430 w 45719"/>
                      <a:gd name="csY18" fmla="*/ 36195 h 52006"/>
                      <a:gd name="csX19" fmla="*/ 21431 w 45719"/>
                      <a:gd name="csY19" fmla="*/ 42291 h 52006"/>
                      <a:gd name="csX20" fmla="*/ 32576 w 45719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19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3" y="21717"/>
                        </a:cubicBezTo>
                        <a:lnTo>
                          <a:pt x="32576" y="20955"/>
                        </a:lnTo>
                        <a:lnTo>
                          <a:pt x="32576" y="17621"/>
                        </a:lnTo>
                        <a:cubicBezTo>
                          <a:pt x="32576" y="12764"/>
                          <a:pt x="29242" y="10097"/>
                          <a:pt x="23717" y="10097"/>
                        </a:cubicBezTo>
                        <a:cubicBezTo>
                          <a:pt x="18859" y="10097"/>
                          <a:pt x="15430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0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6" y="32861"/>
                        </a:moveTo>
                        <a:lnTo>
                          <a:pt x="32576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2" y="42291"/>
                          <a:pt x="32576" y="38481"/>
                          <a:pt x="32576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3" name="Freeform: Shape 222">
                    <a:extLst>
                      <a:ext uri="{FF2B5EF4-FFF2-40B4-BE49-F238E27FC236}">
                        <a16:creationId xmlns:a16="http://schemas.microsoft.com/office/drawing/2014/main" id="{7EFA7290-1056-29B9-DBBB-649FDE3513A4}"/>
                      </a:ext>
                    </a:extLst>
                  </p:cNvPr>
                  <p:cNvSpPr/>
                  <p:nvPr/>
                </p:nvSpPr>
                <p:spPr>
                  <a:xfrm>
                    <a:off x="5800058" y="3542538"/>
                    <a:ext cx="14478" cy="69913"/>
                  </a:xfrm>
                  <a:custGeom>
                    <a:avLst/>
                    <a:gdLst>
                      <a:gd name="csX0" fmla="*/ 0 w 14478"/>
                      <a:gd name="csY0" fmla="*/ 6953 h 69913"/>
                      <a:gd name="csX1" fmla="*/ 7239 w 14478"/>
                      <a:gd name="csY1" fmla="*/ 0 h 69913"/>
                      <a:gd name="csX2" fmla="*/ 14478 w 14478"/>
                      <a:gd name="csY2" fmla="*/ 6953 h 69913"/>
                      <a:gd name="csX3" fmla="*/ 7239 w 14478"/>
                      <a:gd name="csY3" fmla="*/ 14002 h 69913"/>
                      <a:gd name="csX4" fmla="*/ 0 w 14478"/>
                      <a:gd name="csY4" fmla="*/ 6953 h 69913"/>
                      <a:gd name="csX5" fmla="*/ 476 w 14478"/>
                      <a:gd name="csY5" fmla="*/ 19431 h 69913"/>
                      <a:gd name="csX6" fmla="*/ 13906 w 14478"/>
                      <a:gd name="csY6" fmla="*/ 19431 h 69913"/>
                      <a:gd name="csX7" fmla="*/ 13906 w 14478"/>
                      <a:gd name="csY7" fmla="*/ 69913 h 69913"/>
                      <a:gd name="csX8" fmla="*/ 476 w 14478"/>
                      <a:gd name="csY8" fmla="*/ 69913 h 69913"/>
                      <a:gd name="csX9" fmla="*/ 476 w 14478"/>
                      <a:gd name="csY9" fmla="*/ 1943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4478" h="69913">
                        <a:moveTo>
                          <a:pt x="0" y="6953"/>
                        </a:moveTo>
                        <a:cubicBezTo>
                          <a:pt x="0" y="2953"/>
                          <a:pt x="3239" y="0"/>
                          <a:pt x="7239" y="0"/>
                        </a:cubicBezTo>
                        <a:cubicBezTo>
                          <a:pt x="11240" y="0"/>
                          <a:pt x="14478" y="2953"/>
                          <a:pt x="14478" y="6953"/>
                        </a:cubicBezTo>
                        <a:cubicBezTo>
                          <a:pt x="14478" y="10954"/>
                          <a:pt x="11240" y="14002"/>
                          <a:pt x="7239" y="14002"/>
                        </a:cubicBezTo>
                        <a:cubicBezTo>
                          <a:pt x="3239" y="14002"/>
                          <a:pt x="0" y="10954"/>
                          <a:pt x="0" y="6953"/>
                        </a:cubicBezTo>
                        <a:close/>
                        <a:moveTo>
                          <a:pt x="476" y="19431"/>
                        </a:moveTo>
                        <a:lnTo>
                          <a:pt x="13906" y="19431"/>
                        </a:lnTo>
                        <a:lnTo>
                          <a:pt x="13906" y="69913"/>
                        </a:lnTo>
                        <a:lnTo>
                          <a:pt x="476" y="69913"/>
                        </a:lnTo>
                        <a:lnTo>
                          <a:pt x="476" y="19431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4" name="Freeform: Shape 223">
                    <a:extLst>
                      <a:ext uri="{FF2B5EF4-FFF2-40B4-BE49-F238E27FC236}">
                        <a16:creationId xmlns:a16="http://schemas.microsoft.com/office/drawing/2014/main" id="{49C70E18-5A3A-A8B7-96B1-C484600C62DF}"/>
                      </a:ext>
                    </a:extLst>
                  </p:cNvPr>
                  <p:cNvSpPr/>
                  <p:nvPr/>
                </p:nvSpPr>
                <p:spPr>
                  <a:xfrm>
                    <a:off x="5848159" y="3546347"/>
                    <a:ext cx="13811" cy="66198"/>
                  </a:xfrm>
                  <a:custGeom>
                    <a:avLst/>
                    <a:gdLst>
                      <a:gd name="csX0" fmla="*/ 0 w 13811"/>
                      <a:gd name="csY0" fmla="*/ 66199 h 66198"/>
                      <a:gd name="csX1" fmla="*/ 0 w 13811"/>
                      <a:gd name="csY1" fmla="*/ 0 h 66198"/>
                      <a:gd name="csX2" fmla="*/ 13811 w 13811"/>
                      <a:gd name="csY2" fmla="*/ 0 h 66198"/>
                      <a:gd name="csX3" fmla="*/ 13811 w 13811"/>
                      <a:gd name="csY3" fmla="*/ 66199 h 66198"/>
                      <a:gd name="csX4" fmla="*/ 0 w 13811"/>
                      <a:gd name="csY4" fmla="*/ 6619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811" h="66198">
                        <a:moveTo>
                          <a:pt x="0" y="66199"/>
                        </a:moveTo>
                        <a:lnTo>
                          <a:pt x="0" y="0"/>
                        </a:lnTo>
                        <a:lnTo>
                          <a:pt x="13811" y="0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5" name="Freeform: Shape 224">
                    <a:extLst>
                      <a:ext uri="{FF2B5EF4-FFF2-40B4-BE49-F238E27FC236}">
                        <a16:creationId xmlns:a16="http://schemas.microsoft.com/office/drawing/2014/main" id="{C804E6BA-73A0-F987-95BC-51465BDF07DC}"/>
                      </a:ext>
                    </a:extLst>
                  </p:cNvPr>
                  <p:cNvSpPr/>
                  <p:nvPr/>
                </p:nvSpPr>
                <p:spPr>
                  <a:xfrm>
                    <a:off x="5873877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C5C6D3F5-8CBE-0DF4-AAF1-0F06A66935A4}"/>
                      </a:ext>
                    </a:extLst>
                  </p:cNvPr>
                  <p:cNvSpPr/>
                  <p:nvPr/>
                </p:nvSpPr>
                <p:spPr>
                  <a:xfrm>
                    <a:off x="5926740" y="3562064"/>
                    <a:ext cx="50006" cy="50482"/>
                  </a:xfrm>
                  <a:custGeom>
                    <a:avLst/>
                    <a:gdLst>
                      <a:gd name="csX0" fmla="*/ 32576 w 50006"/>
                      <a:gd name="csY0" fmla="*/ 50482 h 50482"/>
                      <a:gd name="csX1" fmla="*/ 17526 w 50006"/>
                      <a:gd name="csY1" fmla="*/ 50482 h 50482"/>
                      <a:gd name="csX2" fmla="*/ 0 w 50006"/>
                      <a:gd name="csY2" fmla="*/ 0 h 50482"/>
                      <a:gd name="csX3" fmla="*/ 14288 w 50006"/>
                      <a:gd name="csY3" fmla="*/ 0 h 50482"/>
                      <a:gd name="csX4" fmla="*/ 25051 w 50006"/>
                      <a:gd name="csY4" fmla="*/ 38481 h 50482"/>
                      <a:gd name="csX5" fmla="*/ 25336 w 50006"/>
                      <a:gd name="csY5" fmla="*/ 38481 h 50482"/>
                      <a:gd name="csX6" fmla="*/ 36004 w 50006"/>
                      <a:gd name="csY6" fmla="*/ 0 h 50482"/>
                      <a:gd name="csX7" fmla="*/ 50006 w 50006"/>
                      <a:gd name="csY7" fmla="*/ 0 h 50482"/>
                      <a:gd name="csX8" fmla="*/ 32576 w 50006"/>
                      <a:gd name="csY8" fmla="*/ 50482 h 504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0006" h="50482">
                        <a:moveTo>
                          <a:pt x="32576" y="50482"/>
                        </a:moveTo>
                        <a:lnTo>
                          <a:pt x="17526" y="50482"/>
                        </a:lnTo>
                        <a:lnTo>
                          <a:pt x="0" y="0"/>
                        </a:lnTo>
                        <a:lnTo>
                          <a:pt x="14288" y="0"/>
                        </a:lnTo>
                        <a:lnTo>
                          <a:pt x="25051" y="38481"/>
                        </a:lnTo>
                        <a:lnTo>
                          <a:pt x="25336" y="38481"/>
                        </a:lnTo>
                        <a:lnTo>
                          <a:pt x="36004" y="0"/>
                        </a:lnTo>
                        <a:lnTo>
                          <a:pt x="50006" y="0"/>
                        </a:lnTo>
                        <a:lnTo>
                          <a:pt x="32576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8A5B82EB-3EA0-FE3C-BB14-F641FDC9C75A}"/>
                      </a:ext>
                    </a:extLst>
                  </p:cNvPr>
                  <p:cNvSpPr/>
                  <p:nvPr/>
                </p:nvSpPr>
                <p:spPr>
                  <a:xfrm>
                    <a:off x="5980271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" name="Freeform: Shape 227">
                    <a:extLst>
                      <a:ext uri="{FF2B5EF4-FFF2-40B4-BE49-F238E27FC236}">
                        <a16:creationId xmlns:a16="http://schemas.microsoft.com/office/drawing/2014/main" id="{E99477D6-63E5-46A8-BCEA-602CC85E2628}"/>
                      </a:ext>
                    </a:extLst>
                  </p:cNvPr>
                  <p:cNvSpPr/>
                  <p:nvPr/>
                </p:nvSpPr>
                <p:spPr>
                  <a:xfrm>
                    <a:off x="6035325" y="3561111"/>
                    <a:ext cx="44577" cy="52292"/>
                  </a:xfrm>
                  <a:custGeom>
                    <a:avLst/>
                    <a:gdLst>
                      <a:gd name="csX0" fmla="*/ 22289 w 44577"/>
                      <a:gd name="csY0" fmla="*/ 0 h 52292"/>
                      <a:gd name="csX1" fmla="*/ 43243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9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5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9" y="0"/>
                        </a:moveTo>
                        <a:cubicBezTo>
                          <a:pt x="34766" y="0"/>
                          <a:pt x="43053" y="6382"/>
                          <a:pt x="43243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9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5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" name="Freeform: Shape 228">
                    <a:extLst>
                      <a:ext uri="{FF2B5EF4-FFF2-40B4-BE49-F238E27FC236}">
                        <a16:creationId xmlns:a16="http://schemas.microsoft.com/office/drawing/2014/main" id="{3D43B6CC-5366-5FBB-B19C-F8928FFC463F}"/>
                      </a:ext>
                    </a:extLst>
                  </p:cNvPr>
                  <p:cNvSpPr/>
                  <p:nvPr/>
                </p:nvSpPr>
                <p:spPr>
                  <a:xfrm>
                    <a:off x="6085332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6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0" name="Freeform: Shape 229">
                    <a:extLst>
                      <a:ext uri="{FF2B5EF4-FFF2-40B4-BE49-F238E27FC236}">
                        <a16:creationId xmlns:a16="http://schemas.microsoft.com/office/drawing/2014/main" id="{4EC1D663-4127-2AC2-3B56-B50A0355EF8A}"/>
                      </a:ext>
                    </a:extLst>
                  </p:cNvPr>
                  <p:cNvSpPr/>
                  <p:nvPr/>
                </p:nvSpPr>
                <p:spPr>
                  <a:xfrm>
                    <a:off x="6124479" y="3561302"/>
                    <a:ext cx="74294" cy="51435"/>
                  </a:xfrm>
                  <a:custGeom>
                    <a:avLst/>
                    <a:gdLst>
                      <a:gd name="csX0" fmla="*/ 0 w 74294"/>
                      <a:gd name="csY0" fmla="*/ 762 h 51435"/>
                      <a:gd name="csX1" fmla="*/ 12954 w 74294"/>
                      <a:gd name="csY1" fmla="*/ 762 h 51435"/>
                      <a:gd name="csX2" fmla="*/ 12954 w 74294"/>
                      <a:gd name="csY2" fmla="*/ 9906 h 51435"/>
                      <a:gd name="csX3" fmla="*/ 13240 w 74294"/>
                      <a:gd name="csY3" fmla="*/ 9906 h 51435"/>
                      <a:gd name="csX4" fmla="*/ 27622 w 74294"/>
                      <a:gd name="csY4" fmla="*/ 0 h 51435"/>
                      <a:gd name="csX5" fmla="*/ 41719 w 74294"/>
                      <a:gd name="csY5" fmla="*/ 10287 h 51435"/>
                      <a:gd name="csX6" fmla="*/ 42005 w 74294"/>
                      <a:gd name="csY6" fmla="*/ 10287 h 51435"/>
                      <a:gd name="csX7" fmla="*/ 57722 w 74294"/>
                      <a:gd name="csY7" fmla="*/ 0 h 51435"/>
                      <a:gd name="csX8" fmla="*/ 74295 w 74294"/>
                      <a:gd name="csY8" fmla="*/ 16954 h 51435"/>
                      <a:gd name="csX9" fmla="*/ 74295 w 74294"/>
                      <a:gd name="csY9" fmla="*/ 51245 h 51435"/>
                      <a:gd name="csX10" fmla="*/ 60865 w 74294"/>
                      <a:gd name="csY10" fmla="*/ 51245 h 51435"/>
                      <a:gd name="csX11" fmla="*/ 60865 w 74294"/>
                      <a:gd name="csY11" fmla="*/ 20288 h 51435"/>
                      <a:gd name="csX12" fmla="*/ 52387 w 74294"/>
                      <a:gd name="csY12" fmla="*/ 11144 h 51435"/>
                      <a:gd name="csX13" fmla="*/ 43624 w 74294"/>
                      <a:gd name="csY13" fmla="*/ 20765 h 51435"/>
                      <a:gd name="csX14" fmla="*/ 43624 w 74294"/>
                      <a:gd name="csY14" fmla="*/ 51340 h 51435"/>
                      <a:gd name="csX15" fmla="*/ 30670 w 74294"/>
                      <a:gd name="csY15" fmla="*/ 51340 h 51435"/>
                      <a:gd name="csX16" fmla="*/ 30670 w 74294"/>
                      <a:gd name="csY16" fmla="*/ 19907 h 51435"/>
                      <a:gd name="csX17" fmla="*/ 22384 w 74294"/>
                      <a:gd name="csY17" fmla="*/ 11240 h 51435"/>
                      <a:gd name="csX18" fmla="*/ 13430 w 74294"/>
                      <a:gd name="csY18" fmla="*/ 21050 h 51435"/>
                      <a:gd name="csX19" fmla="*/ 13430 w 74294"/>
                      <a:gd name="csY19" fmla="*/ 51435 h 51435"/>
                      <a:gd name="csX20" fmla="*/ 0 w 74294"/>
                      <a:gd name="csY20" fmla="*/ 51435 h 51435"/>
                      <a:gd name="csX21" fmla="*/ 0 w 74294"/>
                      <a:gd name="csY21" fmla="*/ 953 h 514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74294" h="51435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906"/>
                        </a:lnTo>
                        <a:lnTo>
                          <a:pt x="13240" y="9906"/>
                        </a:lnTo>
                        <a:cubicBezTo>
                          <a:pt x="15430" y="3810"/>
                          <a:pt x="20860" y="0"/>
                          <a:pt x="27622" y="0"/>
                        </a:cubicBezTo>
                        <a:cubicBezTo>
                          <a:pt x="34862" y="0"/>
                          <a:pt x="40005" y="3715"/>
                          <a:pt x="41719" y="10287"/>
                        </a:cubicBezTo>
                        <a:lnTo>
                          <a:pt x="42005" y="10287"/>
                        </a:lnTo>
                        <a:cubicBezTo>
                          <a:pt x="44291" y="4001"/>
                          <a:pt x="50387" y="0"/>
                          <a:pt x="57722" y="0"/>
                        </a:cubicBezTo>
                        <a:cubicBezTo>
                          <a:pt x="67627" y="0"/>
                          <a:pt x="74295" y="6763"/>
                          <a:pt x="74295" y="16954"/>
                        </a:cubicBezTo>
                        <a:lnTo>
                          <a:pt x="74295" y="51245"/>
                        </a:lnTo>
                        <a:lnTo>
                          <a:pt x="60865" y="51245"/>
                        </a:lnTo>
                        <a:lnTo>
                          <a:pt x="60865" y="20288"/>
                        </a:lnTo>
                        <a:cubicBezTo>
                          <a:pt x="60865" y="14383"/>
                          <a:pt x="57912" y="11144"/>
                          <a:pt x="52387" y="11144"/>
                        </a:cubicBezTo>
                        <a:cubicBezTo>
                          <a:pt x="46863" y="11144"/>
                          <a:pt x="43624" y="14954"/>
                          <a:pt x="43624" y="20765"/>
                        </a:cubicBezTo>
                        <a:lnTo>
                          <a:pt x="43624" y="51340"/>
                        </a:lnTo>
                        <a:lnTo>
                          <a:pt x="30670" y="51340"/>
                        </a:lnTo>
                        <a:lnTo>
                          <a:pt x="30670" y="19907"/>
                        </a:lnTo>
                        <a:cubicBezTo>
                          <a:pt x="30670" y="14478"/>
                          <a:pt x="27527" y="11240"/>
                          <a:pt x="22384" y="11240"/>
                        </a:cubicBezTo>
                        <a:cubicBezTo>
                          <a:pt x="17240" y="11240"/>
                          <a:pt x="13430" y="15240"/>
                          <a:pt x="13430" y="21050"/>
                        </a:cubicBezTo>
                        <a:lnTo>
                          <a:pt x="13430" y="51435"/>
                        </a:lnTo>
                        <a:lnTo>
                          <a:pt x="0" y="51435"/>
                        </a:lnTo>
                        <a:lnTo>
                          <a:pt x="0" y="95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1" name="Freeform: Shape 230">
                    <a:extLst>
                      <a:ext uri="{FF2B5EF4-FFF2-40B4-BE49-F238E27FC236}">
                        <a16:creationId xmlns:a16="http://schemas.microsoft.com/office/drawing/2014/main" id="{6E9A2559-9284-245D-A3FD-40C246FBC50B}"/>
                      </a:ext>
                    </a:extLst>
                  </p:cNvPr>
                  <p:cNvSpPr/>
                  <p:nvPr/>
                </p:nvSpPr>
                <p:spPr>
                  <a:xfrm>
                    <a:off x="6207442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2" name="Freeform: Shape 231">
                    <a:extLst>
                      <a:ext uri="{FF2B5EF4-FFF2-40B4-BE49-F238E27FC236}">
                        <a16:creationId xmlns:a16="http://schemas.microsoft.com/office/drawing/2014/main" id="{0326883A-738A-46E6-CB7C-827283E47520}"/>
                      </a:ext>
                    </a:extLst>
                  </p:cNvPr>
                  <p:cNvSpPr/>
                  <p:nvPr/>
                </p:nvSpPr>
                <p:spPr>
                  <a:xfrm>
                    <a:off x="6264592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3" name="Freeform: Shape 232">
                    <a:extLst>
                      <a:ext uri="{FF2B5EF4-FFF2-40B4-BE49-F238E27FC236}">
                        <a16:creationId xmlns:a16="http://schemas.microsoft.com/office/drawing/2014/main" id="{1D31966C-3694-932B-5551-8C7A2EA19574}"/>
                      </a:ext>
                    </a:extLst>
                  </p:cNvPr>
                  <p:cNvSpPr/>
                  <p:nvPr/>
                </p:nvSpPr>
                <p:spPr>
                  <a:xfrm>
                    <a:off x="6318504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5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4" name="Freeform: Shape 233">
                    <a:extLst>
                      <a:ext uri="{FF2B5EF4-FFF2-40B4-BE49-F238E27FC236}">
                        <a16:creationId xmlns:a16="http://schemas.microsoft.com/office/drawing/2014/main" id="{95DAE0E5-2C09-BEFD-8C16-7E9B02820186}"/>
                      </a:ext>
                    </a:extLst>
                  </p:cNvPr>
                  <p:cNvSpPr/>
                  <p:nvPr/>
                </p:nvSpPr>
                <p:spPr>
                  <a:xfrm>
                    <a:off x="6355556" y="3561111"/>
                    <a:ext cx="44577" cy="52292"/>
                  </a:xfrm>
                  <a:custGeom>
                    <a:avLst/>
                    <a:gdLst>
                      <a:gd name="csX0" fmla="*/ 22288 w 44577"/>
                      <a:gd name="csY0" fmla="*/ 0 h 52292"/>
                      <a:gd name="csX1" fmla="*/ 43244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8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6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8" y="0"/>
                        </a:moveTo>
                        <a:cubicBezTo>
                          <a:pt x="34766" y="0"/>
                          <a:pt x="43053" y="6382"/>
                          <a:pt x="43244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8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6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5" name="Freeform: Shape 234">
                    <a:extLst>
                      <a:ext uri="{FF2B5EF4-FFF2-40B4-BE49-F238E27FC236}">
                        <a16:creationId xmlns:a16="http://schemas.microsoft.com/office/drawing/2014/main" id="{FB15A4FB-FAAD-4BEC-6C0E-914142C29485}"/>
                      </a:ext>
                    </a:extLst>
                  </p:cNvPr>
                  <p:cNvSpPr/>
                  <p:nvPr/>
                </p:nvSpPr>
                <p:spPr>
                  <a:xfrm>
                    <a:off x="6432041" y="3546347"/>
                    <a:ext cx="50482" cy="66198"/>
                  </a:xfrm>
                  <a:custGeom>
                    <a:avLst/>
                    <a:gdLst>
                      <a:gd name="csX0" fmla="*/ 27527 w 50482"/>
                      <a:gd name="csY0" fmla="*/ 0 h 66198"/>
                      <a:gd name="csX1" fmla="*/ 50483 w 50482"/>
                      <a:gd name="csY1" fmla="*/ 22670 h 66198"/>
                      <a:gd name="csX2" fmla="*/ 26860 w 50482"/>
                      <a:gd name="csY2" fmla="*/ 45339 h 66198"/>
                      <a:gd name="csX3" fmla="*/ 13811 w 50482"/>
                      <a:gd name="csY3" fmla="*/ 45339 h 66198"/>
                      <a:gd name="csX4" fmla="*/ 13811 w 50482"/>
                      <a:gd name="csY4" fmla="*/ 66199 h 66198"/>
                      <a:gd name="csX5" fmla="*/ 0 w 50482"/>
                      <a:gd name="csY5" fmla="*/ 66199 h 66198"/>
                      <a:gd name="csX6" fmla="*/ 0 w 50482"/>
                      <a:gd name="csY6" fmla="*/ 0 h 66198"/>
                      <a:gd name="csX7" fmla="*/ 27623 w 50482"/>
                      <a:gd name="csY7" fmla="*/ 0 h 66198"/>
                      <a:gd name="csX8" fmla="*/ 13811 w 50482"/>
                      <a:gd name="csY8" fmla="*/ 34480 h 66198"/>
                      <a:gd name="csX9" fmla="*/ 23813 w 50482"/>
                      <a:gd name="csY9" fmla="*/ 34480 h 66198"/>
                      <a:gd name="csX10" fmla="*/ 36385 w 50482"/>
                      <a:gd name="csY10" fmla="*/ 22670 h 66198"/>
                      <a:gd name="csX11" fmla="*/ 23908 w 50482"/>
                      <a:gd name="csY11" fmla="*/ 10954 h 66198"/>
                      <a:gd name="csX12" fmla="*/ 13811 w 50482"/>
                      <a:gd name="csY12" fmla="*/ 10954 h 66198"/>
                      <a:gd name="csX13" fmla="*/ 13811 w 50482"/>
                      <a:gd name="csY13" fmla="*/ 34480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50482" h="66198">
                        <a:moveTo>
                          <a:pt x="27527" y="0"/>
                        </a:moveTo>
                        <a:cubicBezTo>
                          <a:pt x="41148" y="0"/>
                          <a:pt x="50483" y="9049"/>
                          <a:pt x="50483" y="22670"/>
                        </a:cubicBezTo>
                        <a:cubicBezTo>
                          <a:pt x="50483" y="36290"/>
                          <a:pt x="40767" y="45339"/>
                          <a:pt x="26860" y="45339"/>
                        </a:cubicBezTo>
                        <a:lnTo>
                          <a:pt x="13811" y="45339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7623" y="0"/>
                        </a:lnTo>
                        <a:close/>
                        <a:moveTo>
                          <a:pt x="13811" y="34480"/>
                        </a:moveTo>
                        <a:lnTo>
                          <a:pt x="23813" y="34480"/>
                        </a:lnTo>
                        <a:cubicBezTo>
                          <a:pt x="31718" y="34480"/>
                          <a:pt x="36385" y="30290"/>
                          <a:pt x="36385" y="22670"/>
                        </a:cubicBezTo>
                        <a:cubicBezTo>
                          <a:pt x="36385" y="15050"/>
                          <a:pt x="31814" y="10954"/>
                          <a:pt x="23908" y="10954"/>
                        </a:cubicBezTo>
                        <a:lnTo>
                          <a:pt x="13811" y="10954"/>
                        </a:lnTo>
                        <a:lnTo>
                          <a:pt x="13811" y="3448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06D2933A-9B0D-FDAA-C21B-C35343D0F9F8}"/>
                      </a:ext>
                    </a:extLst>
                  </p:cNvPr>
                  <p:cNvSpPr/>
                  <p:nvPr/>
                </p:nvSpPr>
                <p:spPr>
                  <a:xfrm>
                    <a:off x="6486143" y="3561111"/>
                    <a:ext cx="45720" cy="52006"/>
                  </a:xfrm>
                  <a:custGeom>
                    <a:avLst/>
                    <a:gdLst>
                      <a:gd name="csX0" fmla="*/ 95 w 45720"/>
                      <a:gd name="csY0" fmla="*/ 36862 h 52006"/>
                      <a:gd name="csX1" fmla="*/ 20002 w 45720"/>
                      <a:gd name="csY1" fmla="*/ 21717 h 52006"/>
                      <a:gd name="csX2" fmla="*/ 32575 w 45720"/>
                      <a:gd name="csY2" fmla="*/ 20955 h 52006"/>
                      <a:gd name="csX3" fmla="*/ 32575 w 45720"/>
                      <a:gd name="csY3" fmla="*/ 17621 h 52006"/>
                      <a:gd name="csX4" fmla="*/ 23717 w 45720"/>
                      <a:gd name="csY4" fmla="*/ 10097 h 52006"/>
                      <a:gd name="csX5" fmla="*/ 14859 w 45720"/>
                      <a:gd name="csY5" fmla="*/ 16288 h 52006"/>
                      <a:gd name="csX6" fmla="*/ 2572 w 45720"/>
                      <a:gd name="csY6" fmla="*/ 16288 h 52006"/>
                      <a:gd name="csX7" fmla="*/ 24289 w 45720"/>
                      <a:gd name="csY7" fmla="*/ 0 h 52006"/>
                      <a:gd name="csX8" fmla="*/ 45720 w 45720"/>
                      <a:gd name="csY8" fmla="*/ 16764 h 52006"/>
                      <a:gd name="csX9" fmla="*/ 45720 w 45720"/>
                      <a:gd name="csY9" fmla="*/ 51435 h 52006"/>
                      <a:gd name="csX10" fmla="*/ 32766 w 45720"/>
                      <a:gd name="csY10" fmla="*/ 51435 h 52006"/>
                      <a:gd name="csX11" fmla="*/ 32766 w 45720"/>
                      <a:gd name="csY11" fmla="*/ 43625 h 52006"/>
                      <a:gd name="csX12" fmla="*/ 32480 w 45720"/>
                      <a:gd name="csY12" fmla="*/ 43625 h 52006"/>
                      <a:gd name="csX13" fmla="*/ 17050 w 45720"/>
                      <a:gd name="csY13" fmla="*/ 52007 h 52006"/>
                      <a:gd name="csX14" fmla="*/ 0 w 45720"/>
                      <a:gd name="csY14" fmla="*/ 36862 h 52006"/>
                      <a:gd name="csX15" fmla="*/ 32575 w 45720"/>
                      <a:gd name="csY15" fmla="*/ 32861 h 52006"/>
                      <a:gd name="csX16" fmla="*/ 32575 w 45720"/>
                      <a:gd name="csY16" fmla="*/ 29147 h 52006"/>
                      <a:gd name="csX17" fmla="*/ 22003 w 45720"/>
                      <a:gd name="csY17" fmla="*/ 29908 h 52006"/>
                      <a:gd name="csX18" fmla="*/ 13430 w 45720"/>
                      <a:gd name="csY18" fmla="*/ 36195 h 52006"/>
                      <a:gd name="csX19" fmla="*/ 21431 w 45720"/>
                      <a:gd name="csY19" fmla="*/ 42291 h 52006"/>
                      <a:gd name="csX20" fmla="*/ 32575 w 45720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20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2" y="21717"/>
                        </a:cubicBezTo>
                        <a:lnTo>
                          <a:pt x="32575" y="20955"/>
                        </a:lnTo>
                        <a:lnTo>
                          <a:pt x="32575" y="17621"/>
                        </a:lnTo>
                        <a:cubicBezTo>
                          <a:pt x="32575" y="12764"/>
                          <a:pt x="29242" y="10097"/>
                          <a:pt x="23717" y="10097"/>
                        </a:cubicBezTo>
                        <a:cubicBezTo>
                          <a:pt x="18860" y="10097"/>
                          <a:pt x="15431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1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5" y="32861"/>
                        </a:moveTo>
                        <a:lnTo>
                          <a:pt x="32575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3" y="42291"/>
                          <a:pt x="32575" y="38481"/>
                          <a:pt x="32575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7" name="Freeform: Shape 236">
                    <a:extLst>
                      <a:ext uri="{FF2B5EF4-FFF2-40B4-BE49-F238E27FC236}">
                        <a16:creationId xmlns:a16="http://schemas.microsoft.com/office/drawing/2014/main" id="{85725524-16E8-24DA-FF52-29E6D03E12D4}"/>
                      </a:ext>
                    </a:extLst>
                  </p:cNvPr>
                  <p:cNvSpPr/>
                  <p:nvPr/>
                </p:nvSpPr>
                <p:spPr>
                  <a:xfrm>
                    <a:off x="6542722" y="3561492"/>
                    <a:ext cx="29146" cy="51054"/>
                  </a:xfrm>
                  <a:custGeom>
                    <a:avLst/>
                    <a:gdLst>
                      <a:gd name="csX0" fmla="*/ 0 w 29146"/>
                      <a:gd name="csY0" fmla="*/ 572 h 51054"/>
                      <a:gd name="csX1" fmla="*/ 12954 w 29146"/>
                      <a:gd name="csY1" fmla="*/ 572 h 51054"/>
                      <a:gd name="csX2" fmla="*/ 12954 w 29146"/>
                      <a:gd name="csY2" fmla="*/ 9620 h 51054"/>
                      <a:gd name="csX3" fmla="*/ 13240 w 29146"/>
                      <a:gd name="csY3" fmla="*/ 9620 h 51054"/>
                      <a:gd name="csX4" fmla="*/ 25241 w 29146"/>
                      <a:gd name="csY4" fmla="*/ 0 h 51054"/>
                      <a:gd name="csX5" fmla="*/ 29146 w 29146"/>
                      <a:gd name="csY5" fmla="*/ 476 h 51054"/>
                      <a:gd name="csX6" fmla="*/ 29146 w 29146"/>
                      <a:gd name="csY6" fmla="*/ 12287 h 51054"/>
                      <a:gd name="csX7" fmla="*/ 24194 w 29146"/>
                      <a:gd name="csY7" fmla="*/ 11525 h 51054"/>
                      <a:gd name="csX8" fmla="*/ 13430 w 29146"/>
                      <a:gd name="csY8" fmla="*/ 22765 h 51054"/>
                      <a:gd name="csX9" fmla="*/ 13430 w 29146"/>
                      <a:gd name="csY9" fmla="*/ 51054 h 51054"/>
                      <a:gd name="csX10" fmla="*/ 0 w 29146"/>
                      <a:gd name="csY10" fmla="*/ 51054 h 51054"/>
                      <a:gd name="csX11" fmla="*/ 0 w 29146"/>
                      <a:gd name="csY11" fmla="*/ 572 h 510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29146" h="51054">
                        <a:moveTo>
                          <a:pt x="0" y="572"/>
                        </a:moveTo>
                        <a:lnTo>
                          <a:pt x="12954" y="572"/>
                        </a:lnTo>
                        <a:lnTo>
                          <a:pt x="12954" y="9620"/>
                        </a:lnTo>
                        <a:lnTo>
                          <a:pt x="13240" y="9620"/>
                        </a:lnTo>
                        <a:cubicBezTo>
                          <a:pt x="14954" y="3429"/>
                          <a:pt x="19336" y="0"/>
                          <a:pt x="25241" y="0"/>
                        </a:cubicBezTo>
                        <a:cubicBezTo>
                          <a:pt x="26765" y="0"/>
                          <a:pt x="28194" y="191"/>
                          <a:pt x="29146" y="476"/>
                        </a:cubicBezTo>
                        <a:lnTo>
                          <a:pt x="29146" y="12287"/>
                        </a:lnTo>
                        <a:cubicBezTo>
                          <a:pt x="28003" y="11811"/>
                          <a:pt x="26194" y="11525"/>
                          <a:pt x="24194" y="11525"/>
                        </a:cubicBezTo>
                        <a:cubicBezTo>
                          <a:pt x="17431" y="11525"/>
                          <a:pt x="13430" y="15716"/>
                          <a:pt x="13430" y="22765"/>
                        </a:cubicBezTo>
                        <a:lnTo>
                          <a:pt x="13430" y="51054"/>
                        </a:lnTo>
                        <a:lnTo>
                          <a:pt x="0" y="51054"/>
                        </a:lnTo>
                        <a:lnTo>
                          <a:pt x="0" y="57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853DB4C1-FF9A-4B67-A2A4-E66A73320E31}"/>
                      </a:ext>
                    </a:extLst>
                  </p:cNvPr>
                  <p:cNvSpPr/>
                  <p:nvPr/>
                </p:nvSpPr>
                <p:spPr>
                  <a:xfrm>
                    <a:off x="6579774" y="3543204"/>
                    <a:ext cx="47243" cy="69342"/>
                  </a:xfrm>
                  <a:custGeom>
                    <a:avLst/>
                    <a:gdLst>
                      <a:gd name="csX0" fmla="*/ 31052 w 47243"/>
                      <a:gd name="csY0" fmla="*/ 18860 h 69342"/>
                      <a:gd name="csX1" fmla="*/ 46292 w 47243"/>
                      <a:gd name="csY1" fmla="*/ 18860 h 69342"/>
                      <a:gd name="csX2" fmla="*/ 26860 w 47243"/>
                      <a:gd name="csY2" fmla="*/ 40577 h 69342"/>
                      <a:gd name="csX3" fmla="*/ 47244 w 47243"/>
                      <a:gd name="csY3" fmla="*/ 69342 h 69342"/>
                      <a:gd name="csX4" fmla="*/ 31813 w 47243"/>
                      <a:gd name="csY4" fmla="*/ 69342 h 69342"/>
                      <a:gd name="csX5" fmla="*/ 17050 w 47243"/>
                      <a:gd name="csY5" fmla="*/ 48578 h 69342"/>
                      <a:gd name="csX6" fmla="*/ 13430 w 47243"/>
                      <a:gd name="csY6" fmla="*/ 52483 h 69342"/>
                      <a:gd name="csX7" fmla="*/ 13430 w 47243"/>
                      <a:gd name="csY7" fmla="*/ 69342 h 69342"/>
                      <a:gd name="csX8" fmla="*/ 0 w 47243"/>
                      <a:gd name="csY8" fmla="*/ 69342 h 69342"/>
                      <a:gd name="csX9" fmla="*/ 0 w 47243"/>
                      <a:gd name="csY9" fmla="*/ 0 h 69342"/>
                      <a:gd name="csX10" fmla="*/ 13430 w 47243"/>
                      <a:gd name="csY10" fmla="*/ 0 h 69342"/>
                      <a:gd name="csX11" fmla="*/ 13430 w 47243"/>
                      <a:gd name="csY11" fmla="*/ 39243 h 69342"/>
                      <a:gd name="csX12" fmla="*/ 13621 w 47243"/>
                      <a:gd name="csY12" fmla="*/ 39243 h 69342"/>
                      <a:gd name="csX13" fmla="*/ 31052 w 47243"/>
                      <a:gd name="csY13" fmla="*/ 18860 h 693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7243" h="69342">
                        <a:moveTo>
                          <a:pt x="31052" y="18860"/>
                        </a:moveTo>
                        <a:lnTo>
                          <a:pt x="46292" y="18860"/>
                        </a:lnTo>
                        <a:lnTo>
                          <a:pt x="26860" y="40577"/>
                        </a:lnTo>
                        <a:lnTo>
                          <a:pt x="47244" y="69342"/>
                        </a:lnTo>
                        <a:lnTo>
                          <a:pt x="31813" y="69342"/>
                        </a:lnTo>
                        <a:lnTo>
                          <a:pt x="17050" y="48578"/>
                        </a:lnTo>
                        <a:lnTo>
                          <a:pt x="13430" y="52483"/>
                        </a:lnTo>
                        <a:lnTo>
                          <a:pt x="13430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39243"/>
                        </a:lnTo>
                        <a:lnTo>
                          <a:pt x="13621" y="39243"/>
                        </a:lnTo>
                        <a:lnTo>
                          <a:pt x="31052" y="188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CD1091B5-2709-3772-D1D4-AC6E48A61D92}"/>
                      </a:ext>
                    </a:extLst>
                  </p:cNvPr>
                  <p:cNvSpPr/>
                  <p:nvPr/>
                </p:nvSpPr>
                <p:spPr>
                  <a:xfrm>
                    <a:off x="5859303" y="3259359"/>
                    <a:ext cx="124586" cy="90487"/>
                  </a:xfrm>
                  <a:custGeom>
                    <a:avLst/>
                    <a:gdLst>
                      <a:gd name="csX0" fmla="*/ 47530 w 124586"/>
                      <a:gd name="csY0" fmla="*/ 62389 h 90487"/>
                      <a:gd name="csX1" fmla="*/ 10573 w 124586"/>
                      <a:gd name="csY1" fmla="*/ 52102 h 90487"/>
                      <a:gd name="csX2" fmla="*/ 0 w 124586"/>
                      <a:gd name="csY2" fmla="*/ 24194 h 90487"/>
                      <a:gd name="csX3" fmla="*/ 3334 w 124586"/>
                      <a:gd name="csY3" fmla="*/ 3905 h 90487"/>
                      <a:gd name="csX4" fmla="*/ 21527 w 124586"/>
                      <a:gd name="csY4" fmla="*/ 952 h 90487"/>
                      <a:gd name="csX5" fmla="*/ 17145 w 124586"/>
                      <a:gd name="csY5" fmla="*/ 22289 h 90487"/>
                      <a:gd name="csX6" fmla="*/ 24098 w 124586"/>
                      <a:gd name="csY6" fmla="*/ 42482 h 90487"/>
                      <a:gd name="csX7" fmla="*/ 49149 w 124586"/>
                      <a:gd name="csY7" fmla="*/ 49054 h 90487"/>
                      <a:gd name="csX8" fmla="*/ 58007 w 124586"/>
                      <a:gd name="csY8" fmla="*/ 49054 h 90487"/>
                      <a:gd name="csX9" fmla="*/ 58007 w 124586"/>
                      <a:gd name="csY9" fmla="*/ 2477 h 90487"/>
                      <a:gd name="csX10" fmla="*/ 83915 w 124586"/>
                      <a:gd name="csY10" fmla="*/ 0 h 90487"/>
                      <a:gd name="csX11" fmla="*/ 107347 w 124586"/>
                      <a:gd name="csY11" fmla="*/ 7620 h 90487"/>
                      <a:gd name="csX12" fmla="*/ 113729 w 124586"/>
                      <a:gd name="csY12" fmla="*/ 28480 h 90487"/>
                      <a:gd name="csX13" fmla="*/ 113729 w 124586"/>
                      <a:gd name="csY13" fmla="*/ 48959 h 90487"/>
                      <a:gd name="csX14" fmla="*/ 124587 w 124586"/>
                      <a:gd name="csY14" fmla="*/ 48959 h 90487"/>
                      <a:gd name="csX15" fmla="*/ 124587 w 124586"/>
                      <a:gd name="csY15" fmla="*/ 62389 h 90487"/>
                      <a:gd name="csX16" fmla="*/ 97250 w 124586"/>
                      <a:gd name="csY16" fmla="*/ 62389 h 90487"/>
                      <a:gd name="csX17" fmla="*/ 97250 w 124586"/>
                      <a:gd name="csY17" fmla="*/ 30289 h 90487"/>
                      <a:gd name="csX18" fmla="*/ 94107 w 124586"/>
                      <a:gd name="csY18" fmla="*/ 17145 h 90487"/>
                      <a:gd name="csX19" fmla="*/ 82963 w 124586"/>
                      <a:gd name="csY19" fmla="*/ 13335 h 90487"/>
                      <a:gd name="csX20" fmla="*/ 74486 w 124586"/>
                      <a:gd name="csY20" fmla="*/ 14097 h 90487"/>
                      <a:gd name="csX21" fmla="*/ 74486 w 124586"/>
                      <a:gd name="csY21" fmla="*/ 62294 h 90487"/>
                      <a:gd name="csX22" fmla="*/ 47435 w 124586"/>
                      <a:gd name="csY22" fmla="*/ 62294 h 90487"/>
                      <a:gd name="csX23" fmla="*/ 39719 w 124586"/>
                      <a:gd name="csY23" fmla="*/ 87916 h 90487"/>
                      <a:gd name="csX24" fmla="*/ 33528 w 124586"/>
                      <a:gd name="csY24" fmla="*/ 90487 h 90487"/>
                      <a:gd name="csX25" fmla="*/ 27432 w 124586"/>
                      <a:gd name="csY25" fmla="*/ 88011 h 90487"/>
                      <a:gd name="csX26" fmla="*/ 24956 w 124586"/>
                      <a:gd name="csY26" fmla="*/ 81725 h 90487"/>
                      <a:gd name="csX27" fmla="*/ 27432 w 124586"/>
                      <a:gd name="csY27" fmla="*/ 75533 h 90487"/>
                      <a:gd name="csX28" fmla="*/ 33528 w 124586"/>
                      <a:gd name="csY28" fmla="*/ 72962 h 90487"/>
                      <a:gd name="csX29" fmla="*/ 39719 w 124586"/>
                      <a:gd name="csY29" fmla="*/ 75533 h 90487"/>
                      <a:gd name="csX30" fmla="*/ 42196 w 124586"/>
                      <a:gd name="csY30" fmla="*/ 81725 h 90487"/>
                      <a:gd name="csX31" fmla="*/ 39719 w 124586"/>
                      <a:gd name="csY31" fmla="*/ 87916 h 90487"/>
                      <a:gd name="csX32" fmla="*/ 61055 w 124586"/>
                      <a:gd name="csY32" fmla="*/ 87916 h 90487"/>
                      <a:gd name="csX33" fmla="*/ 54959 w 124586"/>
                      <a:gd name="csY33" fmla="*/ 90487 h 90487"/>
                      <a:gd name="csX34" fmla="*/ 48863 w 124586"/>
                      <a:gd name="csY34" fmla="*/ 88011 h 90487"/>
                      <a:gd name="csX35" fmla="*/ 46387 w 124586"/>
                      <a:gd name="csY35" fmla="*/ 81725 h 90487"/>
                      <a:gd name="csX36" fmla="*/ 48863 w 124586"/>
                      <a:gd name="csY36" fmla="*/ 75533 h 90487"/>
                      <a:gd name="csX37" fmla="*/ 54959 w 124586"/>
                      <a:gd name="csY37" fmla="*/ 72962 h 90487"/>
                      <a:gd name="csX38" fmla="*/ 61055 w 124586"/>
                      <a:gd name="csY38" fmla="*/ 75533 h 90487"/>
                      <a:gd name="csX39" fmla="*/ 63532 w 124586"/>
                      <a:gd name="csY39" fmla="*/ 81725 h 90487"/>
                      <a:gd name="csX40" fmla="*/ 61055 w 124586"/>
                      <a:gd name="csY40" fmla="*/ 87916 h 904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</a:cxnLst>
                    <a:rect l="l" t="t" r="r" b="b"/>
                    <a:pathLst>
                      <a:path w="124586" h="90487">
                        <a:moveTo>
                          <a:pt x="47530" y="62389"/>
                        </a:moveTo>
                        <a:cubicBezTo>
                          <a:pt x="30670" y="62389"/>
                          <a:pt x="18383" y="58960"/>
                          <a:pt x="10573" y="52102"/>
                        </a:cubicBezTo>
                        <a:cubicBezTo>
                          <a:pt x="3524" y="45911"/>
                          <a:pt x="0" y="36576"/>
                          <a:pt x="0" y="24194"/>
                        </a:cubicBezTo>
                        <a:cubicBezTo>
                          <a:pt x="0" y="16764"/>
                          <a:pt x="1143" y="10001"/>
                          <a:pt x="3334" y="3905"/>
                        </a:cubicBezTo>
                        <a:lnTo>
                          <a:pt x="21527" y="952"/>
                        </a:lnTo>
                        <a:cubicBezTo>
                          <a:pt x="18574" y="7429"/>
                          <a:pt x="17145" y="14478"/>
                          <a:pt x="17145" y="22289"/>
                        </a:cubicBezTo>
                        <a:cubicBezTo>
                          <a:pt x="17145" y="31718"/>
                          <a:pt x="19526" y="38386"/>
                          <a:pt x="24098" y="42482"/>
                        </a:cubicBezTo>
                        <a:cubicBezTo>
                          <a:pt x="29051" y="46863"/>
                          <a:pt x="37338" y="49054"/>
                          <a:pt x="49149" y="49054"/>
                        </a:cubicBezTo>
                        <a:lnTo>
                          <a:pt x="58007" y="49054"/>
                        </a:lnTo>
                        <a:lnTo>
                          <a:pt x="58007" y="2477"/>
                        </a:lnTo>
                        <a:cubicBezTo>
                          <a:pt x="66008" y="857"/>
                          <a:pt x="74676" y="0"/>
                          <a:pt x="83915" y="0"/>
                        </a:cubicBezTo>
                        <a:cubicBezTo>
                          <a:pt x="94774" y="0"/>
                          <a:pt x="102584" y="2572"/>
                          <a:pt x="107347" y="7620"/>
                        </a:cubicBezTo>
                        <a:cubicBezTo>
                          <a:pt x="111633" y="12192"/>
                          <a:pt x="113729" y="19145"/>
                          <a:pt x="113729" y="28480"/>
                        </a:cubicBezTo>
                        <a:lnTo>
                          <a:pt x="113729" y="48959"/>
                        </a:lnTo>
                        <a:lnTo>
                          <a:pt x="124587" y="48959"/>
                        </a:lnTo>
                        <a:lnTo>
                          <a:pt x="124587" y="62389"/>
                        </a:lnTo>
                        <a:lnTo>
                          <a:pt x="97250" y="62389"/>
                        </a:lnTo>
                        <a:lnTo>
                          <a:pt x="97250" y="30289"/>
                        </a:lnTo>
                        <a:cubicBezTo>
                          <a:pt x="97250" y="24098"/>
                          <a:pt x="96203" y="19717"/>
                          <a:pt x="94107" y="17145"/>
                        </a:cubicBezTo>
                        <a:cubicBezTo>
                          <a:pt x="92012" y="14669"/>
                          <a:pt x="88297" y="13335"/>
                          <a:pt x="82963" y="13335"/>
                        </a:cubicBezTo>
                        <a:cubicBezTo>
                          <a:pt x="80105" y="13335"/>
                          <a:pt x="77248" y="13621"/>
                          <a:pt x="74486" y="14097"/>
                        </a:cubicBezTo>
                        <a:lnTo>
                          <a:pt x="74486" y="62294"/>
                        </a:lnTo>
                        <a:lnTo>
                          <a:pt x="47435" y="62294"/>
                        </a:lnTo>
                        <a:close/>
                        <a:moveTo>
                          <a:pt x="39719" y="87916"/>
                        </a:moveTo>
                        <a:cubicBezTo>
                          <a:pt x="38005" y="89630"/>
                          <a:pt x="36005" y="90487"/>
                          <a:pt x="33528" y="90487"/>
                        </a:cubicBezTo>
                        <a:cubicBezTo>
                          <a:pt x="31052" y="90487"/>
                          <a:pt x="29146" y="89630"/>
                          <a:pt x="27432" y="88011"/>
                        </a:cubicBezTo>
                        <a:cubicBezTo>
                          <a:pt x="25813" y="86297"/>
                          <a:pt x="24956" y="84296"/>
                          <a:pt x="24956" y="81725"/>
                        </a:cubicBezTo>
                        <a:cubicBezTo>
                          <a:pt x="24956" y="79153"/>
                          <a:pt x="25813" y="77248"/>
                          <a:pt x="27432" y="75533"/>
                        </a:cubicBezTo>
                        <a:cubicBezTo>
                          <a:pt x="29146" y="73819"/>
                          <a:pt x="31147" y="72962"/>
                          <a:pt x="33528" y="72962"/>
                        </a:cubicBezTo>
                        <a:cubicBezTo>
                          <a:pt x="36005" y="72962"/>
                          <a:pt x="38100" y="73819"/>
                          <a:pt x="39719" y="75533"/>
                        </a:cubicBezTo>
                        <a:cubicBezTo>
                          <a:pt x="41434" y="77248"/>
                          <a:pt x="42196" y="79343"/>
                          <a:pt x="42196" y="81725"/>
                        </a:cubicBezTo>
                        <a:cubicBezTo>
                          <a:pt x="42196" y="84106"/>
                          <a:pt x="41339" y="86201"/>
                          <a:pt x="39719" y="87916"/>
                        </a:cubicBezTo>
                        <a:close/>
                        <a:moveTo>
                          <a:pt x="61055" y="87916"/>
                        </a:moveTo>
                        <a:cubicBezTo>
                          <a:pt x="59436" y="89630"/>
                          <a:pt x="57436" y="90487"/>
                          <a:pt x="54959" y="90487"/>
                        </a:cubicBezTo>
                        <a:cubicBezTo>
                          <a:pt x="52483" y="90487"/>
                          <a:pt x="50578" y="89630"/>
                          <a:pt x="48863" y="88011"/>
                        </a:cubicBezTo>
                        <a:cubicBezTo>
                          <a:pt x="47244" y="86297"/>
                          <a:pt x="46387" y="84296"/>
                          <a:pt x="46387" y="81725"/>
                        </a:cubicBezTo>
                        <a:cubicBezTo>
                          <a:pt x="46387" y="79153"/>
                          <a:pt x="47244" y="77248"/>
                          <a:pt x="48863" y="75533"/>
                        </a:cubicBezTo>
                        <a:cubicBezTo>
                          <a:pt x="50578" y="73819"/>
                          <a:pt x="52578" y="72962"/>
                          <a:pt x="54959" y="72962"/>
                        </a:cubicBezTo>
                        <a:cubicBezTo>
                          <a:pt x="57340" y="72962"/>
                          <a:pt x="59341" y="73819"/>
                          <a:pt x="61055" y="75533"/>
                        </a:cubicBezTo>
                        <a:cubicBezTo>
                          <a:pt x="62770" y="77248"/>
                          <a:pt x="63532" y="79343"/>
                          <a:pt x="63532" y="81725"/>
                        </a:cubicBezTo>
                        <a:cubicBezTo>
                          <a:pt x="63532" y="84106"/>
                          <a:pt x="62675" y="86201"/>
                          <a:pt x="61055" y="8791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0" name="Freeform: Shape 239">
                    <a:extLst>
                      <a:ext uri="{FF2B5EF4-FFF2-40B4-BE49-F238E27FC236}">
                        <a16:creationId xmlns:a16="http://schemas.microsoft.com/office/drawing/2014/main" id="{8B44DAD5-38CF-0A87-7E34-A28765960713}"/>
                      </a:ext>
                    </a:extLst>
                  </p:cNvPr>
                  <p:cNvSpPr/>
                  <p:nvPr/>
                </p:nvSpPr>
                <p:spPr>
                  <a:xfrm>
                    <a:off x="5982176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1" name="Freeform: Shape 240">
                    <a:extLst>
                      <a:ext uri="{FF2B5EF4-FFF2-40B4-BE49-F238E27FC236}">
                        <a16:creationId xmlns:a16="http://schemas.microsoft.com/office/drawing/2014/main" id="{A8960CF6-4782-4E87-7C4B-5BB6090A1E3F}"/>
                      </a:ext>
                    </a:extLst>
                  </p:cNvPr>
                  <p:cNvSpPr/>
                  <p:nvPr/>
                </p:nvSpPr>
                <p:spPr>
                  <a:xfrm>
                    <a:off x="6018752" y="3308318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1 w 30670"/>
                      <a:gd name="csY1" fmla="*/ 0 h 13430"/>
                      <a:gd name="csX2" fmla="*/ 30671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1" y="0"/>
                        </a:lnTo>
                        <a:lnTo>
                          <a:pt x="30671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3CFFCAD8-0339-F881-DA35-9D851DA0A4D1}"/>
                      </a:ext>
                    </a:extLst>
                  </p:cNvPr>
                  <p:cNvSpPr/>
                  <p:nvPr/>
                </p:nvSpPr>
                <p:spPr>
                  <a:xfrm>
                    <a:off x="6047898" y="3308318"/>
                    <a:ext cx="35528" cy="13430"/>
                  </a:xfrm>
                  <a:custGeom>
                    <a:avLst/>
                    <a:gdLst>
                      <a:gd name="csX0" fmla="*/ 0 w 35528"/>
                      <a:gd name="csY0" fmla="*/ 0 h 13430"/>
                      <a:gd name="csX1" fmla="*/ 35528 w 35528"/>
                      <a:gd name="csY1" fmla="*/ 0 h 13430"/>
                      <a:gd name="csX2" fmla="*/ 35528 w 35528"/>
                      <a:gd name="csY2" fmla="*/ 13430 h 13430"/>
                      <a:gd name="csX3" fmla="*/ 0 w 35528"/>
                      <a:gd name="csY3" fmla="*/ 13430 h 13430"/>
                      <a:gd name="csX4" fmla="*/ 0 w 35528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5528" h="13430">
                        <a:moveTo>
                          <a:pt x="0" y="0"/>
                        </a:moveTo>
                        <a:lnTo>
                          <a:pt x="35528" y="0"/>
                        </a:lnTo>
                        <a:lnTo>
                          <a:pt x="35528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C9DE28D7-E7EA-EBFE-77A9-C51A301148E3}"/>
                      </a:ext>
                    </a:extLst>
                  </p:cNvPr>
                  <p:cNvSpPr/>
                  <p:nvPr/>
                </p:nvSpPr>
                <p:spPr>
                  <a:xfrm>
                    <a:off x="6082093" y="3260979"/>
                    <a:ext cx="35147" cy="89058"/>
                  </a:xfrm>
                  <a:custGeom>
                    <a:avLst/>
                    <a:gdLst>
                      <a:gd name="csX0" fmla="*/ 0 w 35147"/>
                      <a:gd name="csY0" fmla="*/ 47339 h 89058"/>
                      <a:gd name="csX1" fmla="*/ 18097 w 35147"/>
                      <a:gd name="csY1" fmla="*/ 47339 h 89058"/>
                      <a:gd name="csX2" fmla="*/ 18097 w 35147"/>
                      <a:gd name="csY2" fmla="*/ 0 h 89058"/>
                      <a:gd name="csX3" fmla="*/ 35147 w 35147"/>
                      <a:gd name="csY3" fmla="*/ 0 h 89058"/>
                      <a:gd name="csX4" fmla="*/ 35147 w 35147"/>
                      <a:gd name="csY4" fmla="*/ 60769 h 89058"/>
                      <a:gd name="csX5" fmla="*/ 0 w 35147"/>
                      <a:gd name="csY5" fmla="*/ 60769 h 89058"/>
                      <a:gd name="csX6" fmla="*/ 0 w 35147"/>
                      <a:gd name="csY6" fmla="*/ 47339 h 89058"/>
                      <a:gd name="csX7" fmla="*/ 10763 w 35147"/>
                      <a:gd name="csY7" fmla="*/ 86487 h 89058"/>
                      <a:gd name="csX8" fmla="*/ 8192 w 35147"/>
                      <a:gd name="csY8" fmla="*/ 80105 h 89058"/>
                      <a:gd name="csX9" fmla="*/ 10763 w 35147"/>
                      <a:gd name="csY9" fmla="*/ 73819 h 89058"/>
                      <a:gd name="csX10" fmla="*/ 17050 w 35147"/>
                      <a:gd name="csY10" fmla="*/ 71247 h 89058"/>
                      <a:gd name="csX11" fmla="*/ 23336 w 35147"/>
                      <a:gd name="csY11" fmla="*/ 73819 h 89058"/>
                      <a:gd name="csX12" fmla="*/ 26003 w 35147"/>
                      <a:gd name="csY12" fmla="*/ 80105 h 89058"/>
                      <a:gd name="csX13" fmla="*/ 23336 w 35147"/>
                      <a:gd name="csY13" fmla="*/ 86392 h 89058"/>
                      <a:gd name="csX14" fmla="*/ 17050 w 35147"/>
                      <a:gd name="csY14" fmla="*/ 89059 h 89058"/>
                      <a:gd name="csX15" fmla="*/ 10763 w 35147"/>
                      <a:gd name="csY15" fmla="*/ 86487 h 8905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35147" h="89058">
                        <a:moveTo>
                          <a:pt x="0" y="47339"/>
                        </a:moveTo>
                        <a:lnTo>
                          <a:pt x="18097" y="47339"/>
                        </a:lnTo>
                        <a:lnTo>
                          <a:pt x="18097" y="0"/>
                        </a:lnTo>
                        <a:lnTo>
                          <a:pt x="35147" y="0"/>
                        </a:lnTo>
                        <a:lnTo>
                          <a:pt x="35147" y="60769"/>
                        </a:lnTo>
                        <a:lnTo>
                          <a:pt x="0" y="60769"/>
                        </a:lnTo>
                        <a:lnTo>
                          <a:pt x="0" y="47339"/>
                        </a:lnTo>
                        <a:close/>
                        <a:moveTo>
                          <a:pt x="10763" y="86487"/>
                        </a:moveTo>
                        <a:cubicBezTo>
                          <a:pt x="9049" y="84773"/>
                          <a:pt x="8192" y="82677"/>
                          <a:pt x="8192" y="80105"/>
                        </a:cubicBezTo>
                        <a:cubicBezTo>
                          <a:pt x="8192" y="77534"/>
                          <a:pt x="9049" y="75533"/>
                          <a:pt x="10763" y="73819"/>
                        </a:cubicBezTo>
                        <a:cubicBezTo>
                          <a:pt x="12573" y="72104"/>
                          <a:pt x="14669" y="71247"/>
                          <a:pt x="17050" y="71247"/>
                        </a:cubicBezTo>
                        <a:cubicBezTo>
                          <a:pt x="19431" y="71247"/>
                          <a:pt x="21622" y="72104"/>
                          <a:pt x="23336" y="73819"/>
                        </a:cubicBezTo>
                        <a:cubicBezTo>
                          <a:pt x="25146" y="75533"/>
                          <a:pt x="26003" y="77629"/>
                          <a:pt x="26003" y="80105"/>
                        </a:cubicBezTo>
                        <a:cubicBezTo>
                          <a:pt x="26003" y="82582"/>
                          <a:pt x="25146" y="84677"/>
                          <a:pt x="23336" y="86392"/>
                        </a:cubicBezTo>
                        <a:cubicBezTo>
                          <a:pt x="21622" y="88202"/>
                          <a:pt x="19526" y="89059"/>
                          <a:pt x="17050" y="89059"/>
                        </a:cubicBezTo>
                        <a:cubicBezTo>
                          <a:pt x="14573" y="89059"/>
                          <a:pt x="12478" y="88202"/>
                          <a:pt x="10763" y="8648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CF1A68FB-DEAA-E4DC-6B1C-62345A8933D0}"/>
                      </a:ext>
                    </a:extLst>
                  </p:cNvPr>
                  <p:cNvSpPr/>
                  <p:nvPr/>
                </p:nvSpPr>
                <p:spPr>
                  <a:xfrm>
                    <a:off x="6132671" y="3257835"/>
                    <a:ext cx="55054" cy="63722"/>
                  </a:xfrm>
                  <a:custGeom>
                    <a:avLst/>
                    <a:gdLst>
                      <a:gd name="csX0" fmla="*/ 0 w 55054"/>
                      <a:gd name="csY0" fmla="*/ 50483 h 63722"/>
                      <a:gd name="csX1" fmla="*/ 38386 w 55054"/>
                      <a:gd name="csY1" fmla="*/ 50483 h 63722"/>
                      <a:gd name="csX2" fmla="*/ 7906 w 55054"/>
                      <a:gd name="csY2" fmla="*/ 14288 h 63722"/>
                      <a:gd name="csX3" fmla="*/ 12002 w 55054"/>
                      <a:gd name="csY3" fmla="*/ 0 h 63722"/>
                      <a:gd name="csX4" fmla="*/ 44101 w 55054"/>
                      <a:gd name="csY4" fmla="*/ 18383 h 63722"/>
                      <a:gd name="csX5" fmla="*/ 55054 w 55054"/>
                      <a:gd name="csY5" fmla="*/ 55245 h 63722"/>
                      <a:gd name="csX6" fmla="*/ 55054 w 55054"/>
                      <a:gd name="csY6" fmla="*/ 63722 h 63722"/>
                      <a:gd name="csX7" fmla="*/ 0 w 55054"/>
                      <a:gd name="csY7" fmla="*/ 63722 h 63722"/>
                      <a:gd name="csX8" fmla="*/ 0 w 55054"/>
                      <a:gd name="csY8" fmla="*/ 50292 h 637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054" h="63722">
                        <a:moveTo>
                          <a:pt x="0" y="50483"/>
                        </a:moveTo>
                        <a:lnTo>
                          <a:pt x="38386" y="50483"/>
                        </a:lnTo>
                        <a:cubicBezTo>
                          <a:pt x="37624" y="31337"/>
                          <a:pt x="27432" y="19336"/>
                          <a:pt x="7906" y="14288"/>
                        </a:cubicBezTo>
                        <a:lnTo>
                          <a:pt x="12002" y="0"/>
                        </a:lnTo>
                        <a:cubicBezTo>
                          <a:pt x="26480" y="3810"/>
                          <a:pt x="37148" y="10001"/>
                          <a:pt x="44101" y="18383"/>
                        </a:cubicBezTo>
                        <a:cubicBezTo>
                          <a:pt x="51435" y="27337"/>
                          <a:pt x="55054" y="39719"/>
                          <a:pt x="55054" y="55245"/>
                        </a:cubicBezTo>
                        <a:lnTo>
                          <a:pt x="55054" y="63722"/>
                        </a:lnTo>
                        <a:lnTo>
                          <a:pt x="0" y="63722"/>
                        </a:lnTo>
                        <a:lnTo>
                          <a:pt x="0" y="5029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5" name="Freeform: Shape 244">
                    <a:extLst>
                      <a:ext uri="{FF2B5EF4-FFF2-40B4-BE49-F238E27FC236}">
                        <a16:creationId xmlns:a16="http://schemas.microsoft.com/office/drawing/2014/main" id="{871BD85F-153B-D0B2-883E-4AD8883848F2}"/>
                      </a:ext>
                    </a:extLst>
                  </p:cNvPr>
                  <p:cNvSpPr/>
                  <p:nvPr/>
                </p:nvSpPr>
                <p:spPr>
                  <a:xfrm>
                    <a:off x="6223063" y="3258978"/>
                    <a:ext cx="81915" cy="95916"/>
                  </a:xfrm>
                  <a:custGeom>
                    <a:avLst/>
                    <a:gdLst>
                      <a:gd name="csX0" fmla="*/ 8477 w 81915"/>
                      <a:gd name="csY0" fmla="*/ 88964 h 95916"/>
                      <a:gd name="csX1" fmla="*/ 0 w 81915"/>
                      <a:gd name="csY1" fmla="*/ 72962 h 95916"/>
                      <a:gd name="csX2" fmla="*/ 9430 w 81915"/>
                      <a:gd name="csY2" fmla="*/ 54959 h 95916"/>
                      <a:gd name="csX3" fmla="*/ 29528 w 81915"/>
                      <a:gd name="csY3" fmla="*/ 44006 h 95916"/>
                      <a:gd name="csX4" fmla="*/ 3620 w 81915"/>
                      <a:gd name="csY4" fmla="*/ 26480 h 95916"/>
                      <a:gd name="csX5" fmla="*/ 5048 w 81915"/>
                      <a:gd name="csY5" fmla="*/ 14288 h 95916"/>
                      <a:gd name="csX6" fmla="*/ 42386 w 81915"/>
                      <a:gd name="csY6" fmla="*/ 0 h 95916"/>
                      <a:gd name="csX7" fmla="*/ 63246 w 81915"/>
                      <a:gd name="csY7" fmla="*/ 6382 h 95916"/>
                      <a:gd name="csX8" fmla="*/ 69723 w 81915"/>
                      <a:gd name="csY8" fmla="*/ 21241 h 95916"/>
                      <a:gd name="csX9" fmla="*/ 54959 w 81915"/>
                      <a:gd name="csY9" fmla="*/ 45244 h 95916"/>
                      <a:gd name="csX10" fmla="*/ 70866 w 81915"/>
                      <a:gd name="csY10" fmla="*/ 49435 h 95916"/>
                      <a:gd name="csX11" fmla="*/ 81915 w 81915"/>
                      <a:gd name="csY11" fmla="*/ 49435 h 95916"/>
                      <a:gd name="csX12" fmla="*/ 81915 w 81915"/>
                      <a:gd name="csY12" fmla="*/ 62865 h 95916"/>
                      <a:gd name="csX13" fmla="*/ 68961 w 81915"/>
                      <a:gd name="csY13" fmla="*/ 62865 h 95916"/>
                      <a:gd name="csX14" fmla="*/ 40291 w 81915"/>
                      <a:gd name="csY14" fmla="*/ 53245 h 95916"/>
                      <a:gd name="csX15" fmla="*/ 24384 w 81915"/>
                      <a:gd name="csY15" fmla="*/ 61627 h 95916"/>
                      <a:gd name="csX16" fmla="*/ 17336 w 81915"/>
                      <a:gd name="csY16" fmla="*/ 71438 h 95916"/>
                      <a:gd name="csX17" fmla="*/ 38386 w 81915"/>
                      <a:gd name="csY17" fmla="*/ 82582 h 95916"/>
                      <a:gd name="csX18" fmla="*/ 57817 w 81915"/>
                      <a:gd name="csY18" fmla="*/ 80963 h 95916"/>
                      <a:gd name="csX19" fmla="*/ 58865 w 81915"/>
                      <a:gd name="csY19" fmla="*/ 93821 h 95916"/>
                      <a:gd name="csX20" fmla="*/ 36481 w 81915"/>
                      <a:gd name="csY20" fmla="*/ 95917 h 95916"/>
                      <a:gd name="csX21" fmla="*/ 8382 w 81915"/>
                      <a:gd name="csY21" fmla="*/ 89249 h 95916"/>
                      <a:gd name="csX22" fmla="*/ 43339 w 81915"/>
                      <a:gd name="csY22" fmla="*/ 36862 h 95916"/>
                      <a:gd name="csX23" fmla="*/ 52769 w 81915"/>
                      <a:gd name="csY23" fmla="*/ 23336 h 95916"/>
                      <a:gd name="csX24" fmla="*/ 49721 w 81915"/>
                      <a:gd name="csY24" fmla="*/ 15621 h 95916"/>
                      <a:gd name="csX25" fmla="*/ 40481 w 81915"/>
                      <a:gd name="csY25" fmla="*/ 12478 h 95916"/>
                      <a:gd name="csX26" fmla="*/ 20860 w 81915"/>
                      <a:gd name="csY26" fmla="*/ 20193 h 95916"/>
                      <a:gd name="csX27" fmla="*/ 43339 w 81915"/>
                      <a:gd name="csY27" fmla="*/ 36862 h 95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81915" h="95916">
                        <a:moveTo>
                          <a:pt x="8477" y="88964"/>
                        </a:moveTo>
                        <a:cubicBezTo>
                          <a:pt x="2762" y="84963"/>
                          <a:pt x="0" y="79629"/>
                          <a:pt x="0" y="72962"/>
                        </a:cubicBezTo>
                        <a:cubicBezTo>
                          <a:pt x="0" y="66294"/>
                          <a:pt x="3143" y="60008"/>
                          <a:pt x="9430" y="54959"/>
                        </a:cubicBezTo>
                        <a:cubicBezTo>
                          <a:pt x="13145" y="52007"/>
                          <a:pt x="19907" y="48292"/>
                          <a:pt x="29528" y="44006"/>
                        </a:cubicBezTo>
                        <a:cubicBezTo>
                          <a:pt x="19241" y="34290"/>
                          <a:pt x="10668" y="28385"/>
                          <a:pt x="3620" y="26480"/>
                        </a:cubicBezTo>
                        <a:lnTo>
                          <a:pt x="5048" y="14288"/>
                        </a:lnTo>
                        <a:cubicBezTo>
                          <a:pt x="18288" y="4763"/>
                          <a:pt x="30766" y="0"/>
                          <a:pt x="42386" y="0"/>
                        </a:cubicBezTo>
                        <a:cubicBezTo>
                          <a:pt x="51435" y="0"/>
                          <a:pt x="58388" y="2096"/>
                          <a:pt x="63246" y="6382"/>
                        </a:cubicBezTo>
                        <a:cubicBezTo>
                          <a:pt x="67532" y="10192"/>
                          <a:pt x="69723" y="15145"/>
                          <a:pt x="69723" y="21241"/>
                        </a:cubicBezTo>
                        <a:cubicBezTo>
                          <a:pt x="69723" y="30480"/>
                          <a:pt x="64770" y="38481"/>
                          <a:pt x="54959" y="45244"/>
                        </a:cubicBezTo>
                        <a:cubicBezTo>
                          <a:pt x="60198" y="48006"/>
                          <a:pt x="65532" y="49435"/>
                          <a:pt x="70866" y="49435"/>
                        </a:cubicBezTo>
                        <a:lnTo>
                          <a:pt x="81915" y="49435"/>
                        </a:lnTo>
                        <a:lnTo>
                          <a:pt x="81915" y="62865"/>
                        </a:lnTo>
                        <a:lnTo>
                          <a:pt x="68961" y="62865"/>
                        </a:lnTo>
                        <a:cubicBezTo>
                          <a:pt x="58293" y="62865"/>
                          <a:pt x="48673" y="59627"/>
                          <a:pt x="40291" y="53245"/>
                        </a:cubicBezTo>
                        <a:cubicBezTo>
                          <a:pt x="31718" y="57436"/>
                          <a:pt x="26384" y="60198"/>
                          <a:pt x="24384" y="61627"/>
                        </a:cubicBezTo>
                        <a:cubicBezTo>
                          <a:pt x="19717" y="64770"/>
                          <a:pt x="17336" y="68009"/>
                          <a:pt x="17336" y="71438"/>
                        </a:cubicBezTo>
                        <a:cubicBezTo>
                          <a:pt x="17336" y="78867"/>
                          <a:pt x="24384" y="82582"/>
                          <a:pt x="38386" y="82582"/>
                        </a:cubicBezTo>
                        <a:cubicBezTo>
                          <a:pt x="45053" y="82582"/>
                          <a:pt x="51530" y="82010"/>
                          <a:pt x="57817" y="80963"/>
                        </a:cubicBezTo>
                        <a:lnTo>
                          <a:pt x="58865" y="93821"/>
                        </a:lnTo>
                        <a:cubicBezTo>
                          <a:pt x="51340" y="95250"/>
                          <a:pt x="43910" y="95917"/>
                          <a:pt x="36481" y="95917"/>
                        </a:cubicBezTo>
                        <a:cubicBezTo>
                          <a:pt x="24098" y="95917"/>
                          <a:pt x="14764" y="93726"/>
                          <a:pt x="8382" y="89249"/>
                        </a:cubicBezTo>
                        <a:close/>
                        <a:moveTo>
                          <a:pt x="43339" y="36862"/>
                        </a:moveTo>
                        <a:cubicBezTo>
                          <a:pt x="49625" y="32766"/>
                          <a:pt x="52769" y="28289"/>
                          <a:pt x="52769" y="23336"/>
                        </a:cubicBezTo>
                        <a:cubicBezTo>
                          <a:pt x="52769" y="20098"/>
                          <a:pt x="51721" y="17621"/>
                          <a:pt x="49721" y="15621"/>
                        </a:cubicBezTo>
                        <a:cubicBezTo>
                          <a:pt x="47530" y="13526"/>
                          <a:pt x="44482" y="12478"/>
                          <a:pt x="40481" y="12478"/>
                        </a:cubicBezTo>
                        <a:cubicBezTo>
                          <a:pt x="35147" y="12478"/>
                          <a:pt x="28575" y="15050"/>
                          <a:pt x="20860" y="20193"/>
                        </a:cubicBezTo>
                        <a:cubicBezTo>
                          <a:pt x="25051" y="21908"/>
                          <a:pt x="32576" y="27432"/>
                          <a:pt x="43339" y="36862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6" name="Freeform: Shape 245">
                    <a:extLst>
                      <a:ext uri="{FF2B5EF4-FFF2-40B4-BE49-F238E27FC236}">
                        <a16:creationId xmlns:a16="http://schemas.microsoft.com/office/drawing/2014/main" id="{02696B51-A30C-8A58-0B97-E52D15E86FFD}"/>
                      </a:ext>
                    </a:extLst>
                  </p:cNvPr>
                  <p:cNvSpPr/>
                  <p:nvPr/>
                </p:nvSpPr>
                <p:spPr>
                  <a:xfrm>
                    <a:off x="6302978" y="3308318"/>
                    <a:ext cx="45434" cy="13430"/>
                  </a:xfrm>
                  <a:custGeom>
                    <a:avLst/>
                    <a:gdLst>
                      <a:gd name="csX0" fmla="*/ 0 w 45434"/>
                      <a:gd name="csY0" fmla="*/ 0 h 13430"/>
                      <a:gd name="csX1" fmla="*/ 45434 w 45434"/>
                      <a:gd name="csY1" fmla="*/ 0 h 13430"/>
                      <a:gd name="csX2" fmla="*/ 45434 w 45434"/>
                      <a:gd name="csY2" fmla="*/ 13430 h 13430"/>
                      <a:gd name="csX3" fmla="*/ 0 w 45434"/>
                      <a:gd name="csY3" fmla="*/ 13430 h 13430"/>
                      <a:gd name="csX4" fmla="*/ 0 w 4543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5434" h="13430">
                        <a:moveTo>
                          <a:pt x="0" y="0"/>
                        </a:moveTo>
                        <a:lnTo>
                          <a:pt x="45434" y="0"/>
                        </a:lnTo>
                        <a:lnTo>
                          <a:pt x="4543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7" name="Freeform: Shape 246">
                    <a:extLst>
                      <a:ext uri="{FF2B5EF4-FFF2-40B4-BE49-F238E27FC236}">
                        <a16:creationId xmlns:a16="http://schemas.microsoft.com/office/drawing/2014/main" id="{AC0D56CE-FC77-7589-1848-F0FEA074AB20}"/>
                      </a:ext>
                    </a:extLst>
                  </p:cNvPr>
                  <p:cNvSpPr/>
                  <p:nvPr/>
                </p:nvSpPr>
                <p:spPr>
                  <a:xfrm>
                    <a:off x="6344602" y="3259359"/>
                    <a:ext cx="102584" cy="62388"/>
                  </a:xfrm>
                  <a:custGeom>
                    <a:avLst/>
                    <a:gdLst>
                      <a:gd name="csX0" fmla="*/ 51340 w 102584"/>
                      <a:gd name="csY0" fmla="*/ 62389 h 62388"/>
                      <a:gd name="csX1" fmla="*/ 22384 w 102584"/>
                      <a:gd name="csY1" fmla="*/ 52292 h 62388"/>
                      <a:gd name="csX2" fmla="*/ 1905 w 102584"/>
                      <a:gd name="csY2" fmla="*/ 62389 h 62388"/>
                      <a:gd name="csX3" fmla="*/ 0 w 102584"/>
                      <a:gd name="csY3" fmla="*/ 62389 h 62388"/>
                      <a:gd name="csX4" fmla="*/ 0 w 102584"/>
                      <a:gd name="csY4" fmla="*/ 48959 h 62388"/>
                      <a:gd name="csX5" fmla="*/ 11144 w 102584"/>
                      <a:gd name="csY5" fmla="*/ 45244 h 62388"/>
                      <a:gd name="csX6" fmla="*/ 15145 w 102584"/>
                      <a:gd name="csY6" fmla="*/ 31337 h 62388"/>
                      <a:gd name="csX7" fmla="*/ 23431 w 102584"/>
                      <a:gd name="csY7" fmla="*/ 9525 h 62388"/>
                      <a:gd name="csX8" fmla="*/ 48673 w 102584"/>
                      <a:gd name="csY8" fmla="*/ 0 h 62388"/>
                      <a:gd name="csX9" fmla="*/ 77915 w 102584"/>
                      <a:gd name="csY9" fmla="*/ 29718 h 62388"/>
                      <a:gd name="csX10" fmla="*/ 77915 w 102584"/>
                      <a:gd name="csY10" fmla="*/ 48959 h 62388"/>
                      <a:gd name="csX11" fmla="*/ 102584 w 102584"/>
                      <a:gd name="csY11" fmla="*/ 48959 h 62388"/>
                      <a:gd name="csX12" fmla="*/ 102584 w 102584"/>
                      <a:gd name="csY12" fmla="*/ 62389 h 62388"/>
                      <a:gd name="csX13" fmla="*/ 51435 w 102584"/>
                      <a:gd name="csY13" fmla="*/ 62389 h 62388"/>
                      <a:gd name="csX14" fmla="*/ 61150 w 102584"/>
                      <a:gd name="csY14" fmla="*/ 31814 h 62388"/>
                      <a:gd name="csX15" fmla="*/ 47339 w 102584"/>
                      <a:gd name="csY15" fmla="*/ 13430 h 62388"/>
                      <a:gd name="csX16" fmla="*/ 36004 w 102584"/>
                      <a:gd name="csY16" fmla="*/ 18383 h 62388"/>
                      <a:gd name="csX17" fmla="*/ 32004 w 102584"/>
                      <a:gd name="csY17" fmla="*/ 30861 h 62388"/>
                      <a:gd name="csX18" fmla="*/ 51340 w 102584"/>
                      <a:gd name="csY18" fmla="*/ 48959 h 62388"/>
                      <a:gd name="csX19" fmla="*/ 61150 w 102584"/>
                      <a:gd name="csY19" fmla="*/ 48959 h 62388"/>
                      <a:gd name="csX20" fmla="*/ 61150 w 102584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2584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9"/>
                        </a:lnTo>
                        <a:cubicBezTo>
                          <a:pt x="5048" y="48959"/>
                          <a:pt x="8763" y="47720"/>
                          <a:pt x="11144" y="45244"/>
                        </a:cubicBezTo>
                        <a:cubicBezTo>
                          <a:pt x="13811" y="42482"/>
                          <a:pt x="15145" y="37910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1" y="9525"/>
                        </a:cubicBezTo>
                        <a:cubicBezTo>
                          <a:pt x="29527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9"/>
                        </a:lnTo>
                        <a:lnTo>
                          <a:pt x="102584" y="48959"/>
                        </a:lnTo>
                        <a:lnTo>
                          <a:pt x="102584" y="62389"/>
                        </a:lnTo>
                        <a:lnTo>
                          <a:pt x="51435" y="62389"/>
                        </a:lnTo>
                        <a:close/>
                        <a:moveTo>
                          <a:pt x="61150" y="31814"/>
                        </a:moveTo>
                        <a:cubicBezTo>
                          <a:pt x="61150" y="19622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4" y="18383"/>
                        </a:cubicBezTo>
                        <a:cubicBezTo>
                          <a:pt x="33338" y="21622"/>
                          <a:pt x="32004" y="25718"/>
                          <a:pt x="32004" y="30861"/>
                        </a:cubicBezTo>
                        <a:cubicBezTo>
                          <a:pt x="32004" y="42958"/>
                          <a:pt x="38481" y="48959"/>
                          <a:pt x="51340" y="48959"/>
                        </a:cubicBezTo>
                        <a:lnTo>
                          <a:pt x="61150" y="48959"/>
                        </a:lnTo>
                        <a:lnTo>
                          <a:pt x="61150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8" name="Freeform: Shape 247">
                    <a:extLst>
                      <a:ext uri="{FF2B5EF4-FFF2-40B4-BE49-F238E27FC236}">
                        <a16:creationId xmlns:a16="http://schemas.microsoft.com/office/drawing/2014/main" id="{1DAE1EF6-7672-13D6-E892-7C2A8CDC73DA}"/>
                      </a:ext>
                    </a:extLst>
                  </p:cNvPr>
                  <p:cNvSpPr/>
                  <p:nvPr/>
                </p:nvSpPr>
                <p:spPr>
                  <a:xfrm>
                    <a:off x="6444995" y="3260121"/>
                    <a:ext cx="77152" cy="89916"/>
                  </a:xfrm>
                  <a:custGeom>
                    <a:avLst/>
                    <a:gdLst>
                      <a:gd name="csX0" fmla="*/ 95 w 77152"/>
                      <a:gd name="csY0" fmla="*/ 48197 h 89916"/>
                      <a:gd name="csX1" fmla="*/ 50102 w 77152"/>
                      <a:gd name="csY1" fmla="*/ 48197 h 89916"/>
                      <a:gd name="csX2" fmla="*/ 50768 w 77152"/>
                      <a:gd name="csY2" fmla="*/ 38386 h 89916"/>
                      <a:gd name="csX3" fmla="*/ 45053 w 77152"/>
                      <a:gd name="csY3" fmla="*/ 19812 h 89916"/>
                      <a:gd name="csX4" fmla="*/ 25337 w 77152"/>
                      <a:gd name="csY4" fmla="*/ 13526 h 89916"/>
                      <a:gd name="csX5" fmla="*/ 10477 w 77152"/>
                      <a:gd name="csY5" fmla="*/ 14573 h 89916"/>
                      <a:gd name="csX6" fmla="*/ 10477 w 77152"/>
                      <a:gd name="csY6" fmla="*/ 1238 h 89916"/>
                      <a:gd name="csX7" fmla="*/ 26956 w 77152"/>
                      <a:gd name="csY7" fmla="*/ 0 h 89916"/>
                      <a:gd name="csX8" fmla="*/ 58102 w 77152"/>
                      <a:gd name="csY8" fmla="*/ 9525 h 89916"/>
                      <a:gd name="csX9" fmla="*/ 67532 w 77152"/>
                      <a:gd name="csY9" fmla="*/ 37624 h 89916"/>
                      <a:gd name="csX10" fmla="*/ 67056 w 77152"/>
                      <a:gd name="csY10" fmla="*/ 48101 h 89916"/>
                      <a:gd name="csX11" fmla="*/ 77152 w 77152"/>
                      <a:gd name="csY11" fmla="*/ 48101 h 89916"/>
                      <a:gd name="csX12" fmla="*/ 77152 w 77152"/>
                      <a:gd name="csY12" fmla="*/ 61532 h 89916"/>
                      <a:gd name="csX13" fmla="*/ 0 w 77152"/>
                      <a:gd name="csY13" fmla="*/ 61532 h 89916"/>
                      <a:gd name="csX14" fmla="*/ 0 w 77152"/>
                      <a:gd name="csY14" fmla="*/ 48101 h 89916"/>
                      <a:gd name="csX15" fmla="*/ 24479 w 77152"/>
                      <a:gd name="csY15" fmla="*/ 87344 h 89916"/>
                      <a:gd name="csX16" fmla="*/ 21812 w 77152"/>
                      <a:gd name="csY16" fmla="*/ 80963 h 89916"/>
                      <a:gd name="csX17" fmla="*/ 24479 w 77152"/>
                      <a:gd name="csY17" fmla="*/ 74676 h 89916"/>
                      <a:gd name="csX18" fmla="*/ 30671 w 77152"/>
                      <a:gd name="csY18" fmla="*/ 72104 h 89916"/>
                      <a:gd name="csX19" fmla="*/ 36957 w 77152"/>
                      <a:gd name="csY19" fmla="*/ 74676 h 89916"/>
                      <a:gd name="csX20" fmla="*/ 39624 w 77152"/>
                      <a:gd name="csY20" fmla="*/ 80963 h 89916"/>
                      <a:gd name="csX21" fmla="*/ 36957 w 77152"/>
                      <a:gd name="csY21" fmla="*/ 87249 h 89916"/>
                      <a:gd name="csX22" fmla="*/ 30671 w 77152"/>
                      <a:gd name="csY22" fmla="*/ 89916 h 89916"/>
                      <a:gd name="csX23" fmla="*/ 24479 w 77152"/>
                      <a:gd name="csY23" fmla="*/ 87344 h 89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77152" h="89916">
                        <a:moveTo>
                          <a:pt x="95" y="48197"/>
                        </a:moveTo>
                        <a:lnTo>
                          <a:pt x="50102" y="48197"/>
                        </a:lnTo>
                        <a:cubicBezTo>
                          <a:pt x="50483" y="44768"/>
                          <a:pt x="50768" y="41434"/>
                          <a:pt x="50768" y="38386"/>
                        </a:cubicBezTo>
                        <a:cubicBezTo>
                          <a:pt x="50768" y="30004"/>
                          <a:pt x="48863" y="23813"/>
                          <a:pt x="45053" y="19812"/>
                        </a:cubicBezTo>
                        <a:cubicBezTo>
                          <a:pt x="41053" y="15621"/>
                          <a:pt x="34481" y="13526"/>
                          <a:pt x="25337" y="13526"/>
                        </a:cubicBezTo>
                        <a:cubicBezTo>
                          <a:pt x="20574" y="13526"/>
                          <a:pt x="15621" y="13907"/>
                          <a:pt x="10477" y="14573"/>
                        </a:cubicBezTo>
                        <a:lnTo>
                          <a:pt x="10477" y="1238"/>
                        </a:lnTo>
                        <a:cubicBezTo>
                          <a:pt x="16573" y="476"/>
                          <a:pt x="22003" y="0"/>
                          <a:pt x="26956" y="0"/>
                        </a:cubicBezTo>
                        <a:cubicBezTo>
                          <a:pt x="41243" y="0"/>
                          <a:pt x="51625" y="3143"/>
                          <a:pt x="58102" y="9525"/>
                        </a:cubicBezTo>
                        <a:cubicBezTo>
                          <a:pt x="64389" y="15621"/>
                          <a:pt x="67532" y="24956"/>
                          <a:pt x="67532" y="37624"/>
                        </a:cubicBezTo>
                        <a:cubicBezTo>
                          <a:pt x="67532" y="41243"/>
                          <a:pt x="67342" y="44768"/>
                          <a:pt x="67056" y="48101"/>
                        </a:cubicBezTo>
                        <a:lnTo>
                          <a:pt x="77152" y="48101"/>
                        </a:lnTo>
                        <a:lnTo>
                          <a:pt x="77152" y="61532"/>
                        </a:lnTo>
                        <a:lnTo>
                          <a:pt x="0" y="61532"/>
                        </a:lnTo>
                        <a:lnTo>
                          <a:pt x="0" y="48101"/>
                        </a:lnTo>
                        <a:close/>
                        <a:moveTo>
                          <a:pt x="24479" y="87344"/>
                        </a:moveTo>
                        <a:cubicBezTo>
                          <a:pt x="22669" y="85630"/>
                          <a:pt x="21812" y="83534"/>
                          <a:pt x="21812" y="80963"/>
                        </a:cubicBezTo>
                        <a:cubicBezTo>
                          <a:pt x="21812" y="78391"/>
                          <a:pt x="22669" y="76391"/>
                          <a:pt x="24479" y="74676"/>
                        </a:cubicBezTo>
                        <a:cubicBezTo>
                          <a:pt x="26194" y="72962"/>
                          <a:pt x="28289" y="72104"/>
                          <a:pt x="30671" y="72104"/>
                        </a:cubicBezTo>
                        <a:cubicBezTo>
                          <a:pt x="33052" y="72104"/>
                          <a:pt x="35242" y="72962"/>
                          <a:pt x="36957" y="74676"/>
                        </a:cubicBezTo>
                        <a:cubicBezTo>
                          <a:pt x="38767" y="76391"/>
                          <a:pt x="39624" y="78486"/>
                          <a:pt x="39624" y="80963"/>
                        </a:cubicBezTo>
                        <a:cubicBezTo>
                          <a:pt x="39624" y="83439"/>
                          <a:pt x="38767" y="85535"/>
                          <a:pt x="36957" y="87249"/>
                        </a:cubicBezTo>
                        <a:cubicBezTo>
                          <a:pt x="35242" y="89059"/>
                          <a:pt x="33147" y="89916"/>
                          <a:pt x="30671" y="89916"/>
                        </a:cubicBezTo>
                        <a:cubicBezTo>
                          <a:pt x="28194" y="89916"/>
                          <a:pt x="26194" y="89059"/>
                          <a:pt x="24479" y="873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9" name="Freeform: Shape 248">
                    <a:extLst>
                      <a:ext uri="{FF2B5EF4-FFF2-40B4-BE49-F238E27FC236}">
                        <a16:creationId xmlns:a16="http://schemas.microsoft.com/office/drawing/2014/main" id="{08630006-2BF3-8B57-6D95-536ABA29B176}"/>
                      </a:ext>
                    </a:extLst>
                  </p:cNvPr>
                  <p:cNvSpPr/>
                  <p:nvPr/>
                </p:nvSpPr>
                <p:spPr>
                  <a:xfrm>
                    <a:off x="6520243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0" name="Freeform: Shape 249">
                    <a:extLst>
                      <a:ext uri="{FF2B5EF4-FFF2-40B4-BE49-F238E27FC236}">
                        <a16:creationId xmlns:a16="http://schemas.microsoft.com/office/drawing/2014/main" id="{597C302B-EA65-48B1-D3C4-F5B5C7B00BE0}"/>
                      </a:ext>
                    </a:extLst>
                  </p:cNvPr>
                  <p:cNvSpPr/>
                  <p:nvPr/>
                </p:nvSpPr>
                <p:spPr>
                  <a:xfrm>
                    <a:off x="6556724" y="3259359"/>
                    <a:ext cx="70199" cy="62388"/>
                  </a:xfrm>
                  <a:custGeom>
                    <a:avLst/>
                    <a:gdLst>
                      <a:gd name="csX0" fmla="*/ 95 w 70199"/>
                      <a:gd name="csY0" fmla="*/ 62389 h 62388"/>
                      <a:gd name="csX1" fmla="*/ 95 w 70199"/>
                      <a:gd name="csY1" fmla="*/ 48959 h 62388"/>
                      <a:gd name="csX2" fmla="*/ 7429 w 70199"/>
                      <a:gd name="csY2" fmla="*/ 48959 h 62388"/>
                      <a:gd name="csX3" fmla="*/ 14669 w 70199"/>
                      <a:gd name="csY3" fmla="*/ 49816 h 62388"/>
                      <a:gd name="csX4" fmla="*/ 7429 w 70199"/>
                      <a:gd name="csY4" fmla="*/ 31337 h 62388"/>
                      <a:gd name="csX5" fmla="*/ 15716 w 70199"/>
                      <a:gd name="csY5" fmla="*/ 9525 h 62388"/>
                      <a:gd name="csX6" fmla="*/ 40957 w 70199"/>
                      <a:gd name="csY6" fmla="*/ 0 h 62388"/>
                      <a:gd name="csX7" fmla="*/ 70199 w 70199"/>
                      <a:gd name="csY7" fmla="*/ 29718 h 62388"/>
                      <a:gd name="csX8" fmla="*/ 70199 w 70199"/>
                      <a:gd name="csY8" fmla="*/ 62389 h 62388"/>
                      <a:gd name="csX9" fmla="*/ 0 w 70199"/>
                      <a:gd name="csY9" fmla="*/ 62389 h 62388"/>
                      <a:gd name="csX10" fmla="*/ 53626 w 70199"/>
                      <a:gd name="csY10" fmla="*/ 31814 h 62388"/>
                      <a:gd name="csX11" fmla="*/ 39815 w 70199"/>
                      <a:gd name="csY11" fmla="*/ 13430 h 62388"/>
                      <a:gd name="csX12" fmla="*/ 28480 w 70199"/>
                      <a:gd name="csY12" fmla="*/ 18383 h 62388"/>
                      <a:gd name="csX13" fmla="*/ 24479 w 70199"/>
                      <a:gd name="csY13" fmla="*/ 30861 h 62388"/>
                      <a:gd name="csX14" fmla="*/ 43815 w 70199"/>
                      <a:gd name="csY14" fmla="*/ 48959 h 62388"/>
                      <a:gd name="csX15" fmla="*/ 53626 w 70199"/>
                      <a:gd name="csY15" fmla="*/ 48959 h 62388"/>
                      <a:gd name="csX16" fmla="*/ 53626 w 70199"/>
                      <a:gd name="csY16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70199" h="62388">
                        <a:moveTo>
                          <a:pt x="95" y="62389"/>
                        </a:moveTo>
                        <a:lnTo>
                          <a:pt x="95" y="48959"/>
                        </a:lnTo>
                        <a:lnTo>
                          <a:pt x="7429" y="48959"/>
                        </a:lnTo>
                        <a:cubicBezTo>
                          <a:pt x="10382" y="48959"/>
                          <a:pt x="12859" y="49244"/>
                          <a:pt x="14669" y="49816"/>
                        </a:cubicBezTo>
                        <a:cubicBezTo>
                          <a:pt x="9906" y="46292"/>
                          <a:pt x="7429" y="40195"/>
                          <a:pt x="7429" y="31337"/>
                        </a:cubicBezTo>
                        <a:cubicBezTo>
                          <a:pt x="7429" y="22479"/>
                          <a:pt x="10192" y="15335"/>
                          <a:pt x="15716" y="9525"/>
                        </a:cubicBezTo>
                        <a:cubicBezTo>
                          <a:pt x="21907" y="3143"/>
                          <a:pt x="30290" y="0"/>
                          <a:pt x="40957" y="0"/>
                        </a:cubicBezTo>
                        <a:cubicBezTo>
                          <a:pt x="60388" y="0"/>
                          <a:pt x="70199" y="9906"/>
                          <a:pt x="70199" y="29718"/>
                        </a:cubicBezTo>
                        <a:lnTo>
                          <a:pt x="70199" y="62389"/>
                        </a:lnTo>
                        <a:lnTo>
                          <a:pt x="0" y="62389"/>
                        </a:lnTo>
                        <a:close/>
                        <a:moveTo>
                          <a:pt x="53626" y="31814"/>
                        </a:moveTo>
                        <a:cubicBezTo>
                          <a:pt x="53626" y="19622"/>
                          <a:pt x="49054" y="13430"/>
                          <a:pt x="39815" y="13430"/>
                        </a:cubicBezTo>
                        <a:cubicBezTo>
                          <a:pt x="35052" y="13430"/>
                          <a:pt x="31242" y="15049"/>
                          <a:pt x="28480" y="18383"/>
                        </a:cubicBezTo>
                        <a:cubicBezTo>
                          <a:pt x="25813" y="21622"/>
                          <a:pt x="24479" y="25718"/>
                          <a:pt x="24479" y="30861"/>
                        </a:cubicBezTo>
                        <a:cubicBezTo>
                          <a:pt x="24479" y="42958"/>
                          <a:pt x="30956" y="48959"/>
                          <a:pt x="43815" y="48959"/>
                        </a:cubicBezTo>
                        <a:lnTo>
                          <a:pt x="53626" y="48959"/>
                        </a:lnTo>
                        <a:lnTo>
                          <a:pt x="53626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1" name="Freeform: Shape 250">
                    <a:extLst>
                      <a:ext uri="{FF2B5EF4-FFF2-40B4-BE49-F238E27FC236}">
                        <a16:creationId xmlns:a16="http://schemas.microsoft.com/office/drawing/2014/main" id="{F1831845-6300-9828-605E-CE1E79425289}"/>
                      </a:ext>
                    </a:extLst>
                  </p:cNvPr>
                  <p:cNvSpPr/>
                  <p:nvPr/>
                </p:nvSpPr>
                <p:spPr>
                  <a:xfrm>
                    <a:off x="5859303" y="3409378"/>
                    <a:ext cx="42767" cy="93535"/>
                  </a:xfrm>
                  <a:custGeom>
                    <a:avLst/>
                    <a:gdLst>
                      <a:gd name="csX0" fmla="*/ 0 w 42767"/>
                      <a:gd name="csY0" fmla="*/ 92297 h 93535"/>
                      <a:gd name="csX1" fmla="*/ 1238 w 42767"/>
                      <a:gd name="csY1" fmla="*/ 78772 h 93535"/>
                      <a:gd name="csX2" fmla="*/ 11716 w 42767"/>
                      <a:gd name="csY2" fmla="*/ 80296 h 93535"/>
                      <a:gd name="csX3" fmla="*/ 22003 w 42767"/>
                      <a:gd name="csY3" fmla="*/ 76486 h 93535"/>
                      <a:gd name="csX4" fmla="*/ 25717 w 42767"/>
                      <a:gd name="csY4" fmla="*/ 62198 h 93535"/>
                      <a:gd name="csX5" fmla="*/ 25717 w 42767"/>
                      <a:gd name="csY5" fmla="*/ 0 h 93535"/>
                      <a:gd name="csX6" fmla="*/ 42767 w 42767"/>
                      <a:gd name="csY6" fmla="*/ 0 h 93535"/>
                      <a:gd name="csX7" fmla="*/ 42767 w 42767"/>
                      <a:gd name="csY7" fmla="*/ 61246 h 93535"/>
                      <a:gd name="csX8" fmla="*/ 10859 w 42767"/>
                      <a:gd name="csY8" fmla="*/ 93536 h 93535"/>
                      <a:gd name="csX9" fmla="*/ 0 w 42767"/>
                      <a:gd name="csY9" fmla="*/ 92297 h 935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2767" h="93535">
                        <a:moveTo>
                          <a:pt x="0" y="92297"/>
                        </a:moveTo>
                        <a:lnTo>
                          <a:pt x="1238" y="78772"/>
                        </a:lnTo>
                        <a:cubicBezTo>
                          <a:pt x="4763" y="79819"/>
                          <a:pt x="8287" y="80296"/>
                          <a:pt x="11716" y="80296"/>
                        </a:cubicBezTo>
                        <a:cubicBezTo>
                          <a:pt x="16383" y="80296"/>
                          <a:pt x="19812" y="79057"/>
                          <a:pt x="22003" y="76486"/>
                        </a:cubicBezTo>
                        <a:cubicBezTo>
                          <a:pt x="24479" y="73628"/>
                          <a:pt x="25717" y="68866"/>
                          <a:pt x="25717" y="62198"/>
                        </a:cubicBezTo>
                        <a:lnTo>
                          <a:pt x="25717" y="0"/>
                        </a:lnTo>
                        <a:lnTo>
                          <a:pt x="42767" y="0"/>
                        </a:lnTo>
                        <a:lnTo>
                          <a:pt x="42767" y="61246"/>
                        </a:lnTo>
                        <a:cubicBezTo>
                          <a:pt x="42767" y="82772"/>
                          <a:pt x="32099" y="93536"/>
                          <a:pt x="10859" y="93536"/>
                        </a:cubicBezTo>
                        <a:cubicBezTo>
                          <a:pt x="7048" y="93536"/>
                          <a:pt x="3429" y="93154"/>
                          <a:pt x="0" y="9229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E8BB45A0-B78D-C52E-9C68-C8FE4AB90A60}"/>
                      </a:ext>
                    </a:extLst>
                  </p:cNvPr>
                  <p:cNvSpPr/>
                  <p:nvPr/>
                </p:nvSpPr>
                <p:spPr>
                  <a:xfrm>
                    <a:off x="5922549" y="3378898"/>
                    <a:ext cx="30003" cy="91154"/>
                  </a:xfrm>
                  <a:custGeom>
                    <a:avLst/>
                    <a:gdLst>
                      <a:gd name="csX0" fmla="*/ 0 w 30003"/>
                      <a:gd name="csY0" fmla="*/ 95 h 91154"/>
                      <a:gd name="csX1" fmla="*/ 17050 w 30003"/>
                      <a:gd name="csY1" fmla="*/ 95 h 91154"/>
                      <a:gd name="csX2" fmla="*/ 17050 w 30003"/>
                      <a:gd name="csY2" fmla="*/ 77724 h 91154"/>
                      <a:gd name="csX3" fmla="*/ 30004 w 30003"/>
                      <a:gd name="csY3" fmla="*/ 77724 h 91154"/>
                      <a:gd name="csX4" fmla="*/ 30004 w 30003"/>
                      <a:gd name="csY4" fmla="*/ 91154 h 91154"/>
                      <a:gd name="csX5" fmla="*/ 0 w 30003"/>
                      <a:gd name="csY5" fmla="*/ 91154 h 91154"/>
                      <a:gd name="csX6" fmla="*/ 0 w 30003"/>
                      <a:gd name="csY6" fmla="*/ 0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0003" h="91154">
                        <a:moveTo>
                          <a:pt x="0" y="95"/>
                        </a:moveTo>
                        <a:lnTo>
                          <a:pt x="17050" y="95"/>
                        </a:lnTo>
                        <a:lnTo>
                          <a:pt x="17050" y="77724"/>
                        </a:lnTo>
                        <a:lnTo>
                          <a:pt x="30004" y="77724"/>
                        </a:lnTo>
                        <a:lnTo>
                          <a:pt x="30004" y="91154"/>
                        </a:lnTo>
                        <a:lnTo>
                          <a:pt x="0" y="9115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3" name="Freeform: Shape 252">
                    <a:extLst>
                      <a:ext uri="{FF2B5EF4-FFF2-40B4-BE49-F238E27FC236}">
                        <a16:creationId xmlns:a16="http://schemas.microsoft.com/office/drawing/2014/main" id="{79B6766E-1153-6B94-7AF2-FB2746889622}"/>
                      </a:ext>
                    </a:extLst>
                  </p:cNvPr>
                  <p:cNvSpPr/>
                  <p:nvPr/>
                </p:nvSpPr>
                <p:spPr>
                  <a:xfrm>
                    <a:off x="5950553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3530412B-29C7-D7E6-E343-D8ADAA733221}"/>
                      </a:ext>
                    </a:extLst>
                  </p:cNvPr>
                  <p:cNvSpPr/>
                  <p:nvPr/>
                </p:nvSpPr>
                <p:spPr>
                  <a:xfrm>
                    <a:off x="5987224" y="3456622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0 w 30670"/>
                      <a:gd name="csY1" fmla="*/ 0 h 13430"/>
                      <a:gd name="csX2" fmla="*/ 30670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0" y="0"/>
                        </a:lnTo>
                        <a:lnTo>
                          <a:pt x="30670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5" name="Freeform: Shape 254">
                    <a:extLst>
                      <a:ext uri="{FF2B5EF4-FFF2-40B4-BE49-F238E27FC236}">
                        <a16:creationId xmlns:a16="http://schemas.microsoft.com/office/drawing/2014/main" id="{313199CB-D75E-62CB-382B-239B40353371}"/>
                      </a:ext>
                    </a:extLst>
                  </p:cNvPr>
                  <p:cNvSpPr/>
                  <p:nvPr/>
                </p:nvSpPr>
                <p:spPr>
                  <a:xfrm>
                    <a:off x="6016370" y="3456622"/>
                    <a:ext cx="28193" cy="13430"/>
                  </a:xfrm>
                  <a:custGeom>
                    <a:avLst/>
                    <a:gdLst>
                      <a:gd name="csX0" fmla="*/ 0 w 28193"/>
                      <a:gd name="csY0" fmla="*/ 0 h 13430"/>
                      <a:gd name="csX1" fmla="*/ 28194 w 28193"/>
                      <a:gd name="csY1" fmla="*/ 0 h 13430"/>
                      <a:gd name="csX2" fmla="*/ 28194 w 28193"/>
                      <a:gd name="csY2" fmla="*/ 13430 h 13430"/>
                      <a:gd name="csX3" fmla="*/ 0 w 28193"/>
                      <a:gd name="csY3" fmla="*/ 13430 h 13430"/>
                      <a:gd name="csX4" fmla="*/ 0 w 28193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8193" h="13430">
                        <a:moveTo>
                          <a:pt x="0" y="0"/>
                        </a:moveTo>
                        <a:lnTo>
                          <a:pt x="28194" y="0"/>
                        </a:lnTo>
                        <a:lnTo>
                          <a:pt x="2819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4" name="Freeform: Shape 1023">
                    <a:extLst>
                      <a:ext uri="{FF2B5EF4-FFF2-40B4-BE49-F238E27FC236}">
                        <a16:creationId xmlns:a16="http://schemas.microsoft.com/office/drawing/2014/main" id="{4D9E5973-ECF5-5F69-8CBC-9E581F2E81E9}"/>
                      </a:ext>
                    </a:extLst>
                  </p:cNvPr>
                  <p:cNvSpPr/>
                  <p:nvPr/>
                </p:nvSpPr>
                <p:spPr>
                  <a:xfrm>
                    <a:off x="604304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5" name="Freeform: Shape 1024">
                    <a:extLst>
                      <a:ext uri="{FF2B5EF4-FFF2-40B4-BE49-F238E27FC236}">
                        <a16:creationId xmlns:a16="http://schemas.microsoft.com/office/drawing/2014/main" id="{933BBFCA-14F8-DCE6-3C1C-1633ECB7F3A6}"/>
                      </a:ext>
                    </a:extLst>
                  </p:cNvPr>
                  <p:cNvSpPr/>
                  <p:nvPr/>
                </p:nvSpPr>
                <p:spPr>
                  <a:xfrm>
                    <a:off x="6077235" y="3407664"/>
                    <a:ext cx="105822" cy="62388"/>
                  </a:xfrm>
                  <a:custGeom>
                    <a:avLst/>
                    <a:gdLst>
                      <a:gd name="csX0" fmla="*/ 51340 w 105822"/>
                      <a:gd name="csY0" fmla="*/ 62389 h 62388"/>
                      <a:gd name="csX1" fmla="*/ 22384 w 105822"/>
                      <a:gd name="csY1" fmla="*/ 52292 h 62388"/>
                      <a:gd name="csX2" fmla="*/ 1905 w 105822"/>
                      <a:gd name="csY2" fmla="*/ 62389 h 62388"/>
                      <a:gd name="csX3" fmla="*/ 0 w 105822"/>
                      <a:gd name="csY3" fmla="*/ 62389 h 62388"/>
                      <a:gd name="csX4" fmla="*/ 0 w 105822"/>
                      <a:gd name="csY4" fmla="*/ 48958 h 62388"/>
                      <a:gd name="csX5" fmla="*/ 11144 w 105822"/>
                      <a:gd name="csY5" fmla="*/ 45244 h 62388"/>
                      <a:gd name="csX6" fmla="*/ 15145 w 105822"/>
                      <a:gd name="csY6" fmla="*/ 31337 h 62388"/>
                      <a:gd name="csX7" fmla="*/ 23432 w 105822"/>
                      <a:gd name="csY7" fmla="*/ 9525 h 62388"/>
                      <a:gd name="csX8" fmla="*/ 48673 w 105822"/>
                      <a:gd name="csY8" fmla="*/ 0 h 62388"/>
                      <a:gd name="csX9" fmla="*/ 77915 w 105822"/>
                      <a:gd name="csY9" fmla="*/ 29718 h 62388"/>
                      <a:gd name="csX10" fmla="*/ 77915 w 105822"/>
                      <a:gd name="csY10" fmla="*/ 48958 h 62388"/>
                      <a:gd name="csX11" fmla="*/ 105823 w 105822"/>
                      <a:gd name="csY11" fmla="*/ 48958 h 62388"/>
                      <a:gd name="csX12" fmla="*/ 105823 w 105822"/>
                      <a:gd name="csY12" fmla="*/ 62389 h 62388"/>
                      <a:gd name="csX13" fmla="*/ 51435 w 105822"/>
                      <a:gd name="csY13" fmla="*/ 62389 h 62388"/>
                      <a:gd name="csX14" fmla="*/ 61151 w 105822"/>
                      <a:gd name="csY14" fmla="*/ 31814 h 62388"/>
                      <a:gd name="csX15" fmla="*/ 47339 w 105822"/>
                      <a:gd name="csY15" fmla="*/ 13430 h 62388"/>
                      <a:gd name="csX16" fmla="*/ 36005 w 105822"/>
                      <a:gd name="csY16" fmla="*/ 18383 h 62388"/>
                      <a:gd name="csX17" fmla="*/ 32004 w 105822"/>
                      <a:gd name="csY17" fmla="*/ 30861 h 62388"/>
                      <a:gd name="csX18" fmla="*/ 51340 w 105822"/>
                      <a:gd name="csY18" fmla="*/ 48958 h 62388"/>
                      <a:gd name="csX19" fmla="*/ 61151 w 105822"/>
                      <a:gd name="csY19" fmla="*/ 48958 h 62388"/>
                      <a:gd name="csX20" fmla="*/ 61151 w 105822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5822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8"/>
                        </a:lnTo>
                        <a:cubicBezTo>
                          <a:pt x="5048" y="48958"/>
                          <a:pt x="8763" y="47720"/>
                          <a:pt x="11144" y="45244"/>
                        </a:cubicBezTo>
                        <a:cubicBezTo>
                          <a:pt x="13811" y="42481"/>
                          <a:pt x="15145" y="37909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2" y="9525"/>
                        </a:cubicBezTo>
                        <a:cubicBezTo>
                          <a:pt x="29528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8"/>
                        </a:lnTo>
                        <a:lnTo>
                          <a:pt x="105823" y="48958"/>
                        </a:lnTo>
                        <a:lnTo>
                          <a:pt x="105823" y="62389"/>
                        </a:lnTo>
                        <a:lnTo>
                          <a:pt x="51435" y="62389"/>
                        </a:lnTo>
                        <a:close/>
                        <a:moveTo>
                          <a:pt x="61151" y="31814"/>
                        </a:moveTo>
                        <a:cubicBezTo>
                          <a:pt x="61151" y="19621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5" y="18383"/>
                        </a:cubicBezTo>
                        <a:cubicBezTo>
                          <a:pt x="33338" y="21622"/>
                          <a:pt x="32004" y="25717"/>
                          <a:pt x="32004" y="30861"/>
                        </a:cubicBezTo>
                        <a:cubicBezTo>
                          <a:pt x="32004" y="42958"/>
                          <a:pt x="38481" y="48958"/>
                          <a:pt x="51340" y="48958"/>
                        </a:cubicBezTo>
                        <a:lnTo>
                          <a:pt x="61151" y="48958"/>
                        </a:lnTo>
                        <a:lnTo>
                          <a:pt x="61151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7" name="Freeform: Shape 1026">
                    <a:extLst>
                      <a:ext uri="{FF2B5EF4-FFF2-40B4-BE49-F238E27FC236}">
                        <a16:creationId xmlns:a16="http://schemas.microsoft.com/office/drawing/2014/main" id="{D1B4D08F-6FB7-FE75-61CE-7805CAEACBBD}"/>
                      </a:ext>
                    </a:extLst>
                  </p:cNvPr>
                  <p:cNvSpPr/>
                  <p:nvPr/>
                </p:nvSpPr>
                <p:spPr>
                  <a:xfrm>
                    <a:off x="6180962" y="3364896"/>
                    <a:ext cx="47815" cy="105155"/>
                  </a:xfrm>
                  <a:custGeom>
                    <a:avLst/>
                    <a:gdLst>
                      <a:gd name="csX0" fmla="*/ 0 w 47815"/>
                      <a:gd name="csY0" fmla="*/ 91726 h 105155"/>
                      <a:gd name="csX1" fmla="*/ 18098 w 47815"/>
                      <a:gd name="csY1" fmla="*/ 91726 h 105155"/>
                      <a:gd name="csX2" fmla="*/ 18098 w 47815"/>
                      <a:gd name="csY2" fmla="*/ 44387 h 105155"/>
                      <a:gd name="csX3" fmla="*/ 35147 w 47815"/>
                      <a:gd name="csY3" fmla="*/ 44387 h 105155"/>
                      <a:gd name="csX4" fmla="*/ 35147 w 47815"/>
                      <a:gd name="csY4" fmla="*/ 91726 h 105155"/>
                      <a:gd name="csX5" fmla="*/ 47816 w 47815"/>
                      <a:gd name="csY5" fmla="*/ 91726 h 105155"/>
                      <a:gd name="csX6" fmla="*/ 47816 w 47815"/>
                      <a:gd name="csY6" fmla="*/ 105156 h 105155"/>
                      <a:gd name="csX7" fmla="*/ 0 w 47815"/>
                      <a:gd name="csY7" fmla="*/ 105156 h 105155"/>
                      <a:gd name="csX8" fmla="*/ 0 w 47815"/>
                      <a:gd name="csY8" fmla="*/ 91726 h 105155"/>
                      <a:gd name="csX9" fmla="*/ 7334 w 47815"/>
                      <a:gd name="csY9" fmla="*/ 32004 h 105155"/>
                      <a:gd name="csX10" fmla="*/ 4858 w 47815"/>
                      <a:gd name="csY10" fmla="*/ 25813 h 105155"/>
                      <a:gd name="csX11" fmla="*/ 7334 w 47815"/>
                      <a:gd name="csY11" fmla="*/ 19526 h 105155"/>
                      <a:gd name="csX12" fmla="*/ 13430 w 47815"/>
                      <a:gd name="csY12" fmla="*/ 16954 h 105155"/>
                      <a:gd name="csX13" fmla="*/ 19526 w 47815"/>
                      <a:gd name="csY13" fmla="*/ 19526 h 105155"/>
                      <a:gd name="csX14" fmla="*/ 22003 w 47815"/>
                      <a:gd name="csY14" fmla="*/ 25813 h 105155"/>
                      <a:gd name="csX15" fmla="*/ 19526 w 47815"/>
                      <a:gd name="csY15" fmla="*/ 32004 h 105155"/>
                      <a:gd name="csX16" fmla="*/ 13430 w 47815"/>
                      <a:gd name="csY16" fmla="*/ 34576 h 105155"/>
                      <a:gd name="csX17" fmla="*/ 7334 w 47815"/>
                      <a:gd name="csY17" fmla="*/ 32004 h 105155"/>
                      <a:gd name="csX18" fmla="*/ 18383 w 47815"/>
                      <a:gd name="csY18" fmla="*/ 13811 h 105155"/>
                      <a:gd name="csX19" fmla="*/ 16097 w 47815"/>
                      <a:gd name="csY19" fmla="*/ 8096 h 105155"/>
                      <a:gd name="csX20" fmla="*/ 18383 w 47815"/>
                      <a:gd name="csY20" fmla="*/ 2381 h 105155"/>
                      <a:gd name="csX21" fmla="*/ 24003 w 47815"/>
                      <a:gd name="csY21" fmla="*/ 0 h 105155"/>
                      <a:gd name="csX22" fmla="*/ 29718 w 47815"/>
                      <a:gd name="csY22" fmla="*/ 2381 h 105155"/>
                      <a:gd name="csX23" fmla="*/ 32099 w 47815"/>
                      <a:gd name="csY23" fmla="*/ 8096 h 105155"/>
                      <a:gd name="csX24" fmla="*/ 29718 w 47815"/>
                      <a:gd name="csY24" fmla="*/ 13811 h 105155"/>
                      <a:gd name="csX25" fmla="*/ 24003 w 47815"/>
                      <a:gd name="csY25" fmla="*/ 16192 h 105155"/>
                      <a:gd name="csX26" fmla="*/ 18383 w 47815"/>
                      <a:gd name="csY26" fmla="*/ 13811 h 105155"/>
                      <a:gd name="csX27" fmla="*/ 28670 w 47815"/>
                      <a:gd name="csY27" fmla="*/ 32004 h 105155"/>
                      <a:gd name="csX28" fmla="*/ 26194 w 47815"/>
                      <a:gd name="csY28" fmla="*/ 25813 h 105155"/>
                      <a:gd name="csX29" fmla="*/ 28670 w 47815"/>
                      <a:gd name="csY29" fmla="*/ 19526 h 105155"/>
                      <a:gd name="csX30" fmla="*/ 34862 w 47815"/>
                      <a:gd name="csY30" fmla="*/ 16954 h 105155"/>
                      <a:gd name="csX31" fmla="*/ 40958 w 47815"/>
                      <a:gd name="csY31" fmla="*/ 19526 h 105155"/>
                      <a:gd name="csX32" fmla="*/ 43434 w 47815"/>
                      <a:gd name="csY32" fmla="*/ 25813 h 105155"/>
                      <a:gd name="csX33" fmla="*/ 40958 w 47815"/>
                      <a:gd name="csY33" fmla="*/ 32004 h 105155"/>
                      <a:gd name="csX34" fmla="*/ 34862 w 47815"/>
                      <a:gd name="csY34" fmla="*/ 34576 h 105155"/>
                      <a:gd name="csX35" fmla="*/ 28670 w 47815"/>
                      <a:gd name="csY35" fmla="*/ 32004 h 1051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</a:cxnLst>
                    <a:rect l="l" t="t" r="r" b="b"/>
                    <a:pathLst>
                      <a:path w="47815" h="105155">
                        <a:moveTo>
                          <a:pt x="0" y="91726"/>
                        </a:moveTo>
                        <a:lnTo>
                          <a:pt x="18098" y="91726"/>
                        </a:lnTo>
                        <a:lnTo>
                          <a:pt x="18098" y="44387"/>
                        </a:lnTo>
                        <a:lnTo>
                          <a:pt x="35147" y="44387"/>
                        </a:lnTo>
                        <a:lnTo>
                          <a:pt x="35147" y="91726"/>
                        </a:lnTo>
                        <a:lnTo>
                          <a:pt x="47816" y="91726"/>
                        </a:lnTo>
                        <a:lnTo>
                          <a:pt x="47816" y="105156"/>
                        </a:lnTo>
                        <a:lnTo>
                          <a:pt x="0" y="105156"/>
                        </a:lnTo>
                        <a:lnTo>
                          <a:pt x="0" y="91726"/>
                        </a:lnTo>
                        <a:close/>
                        <a:moveTo>
                          <a:pt x="7334" y="32004"/>
                        </a:moveTo>
                        <a:cubicBezTo>
                          <a:pt x="5715" y="30289"/>
                          <a:pt x="4858" y="28289"/>
                          <a:pt x="4858" y="25813"/>
                        </a:cubicBezTo>
                        <a:cubicBezTo>
                          <a:pt x="4858" y="23336"/>
                          <a:pt x="5715" y="21336"/>
                          <a:pt x="7334" y="19526"/>
                        </a:cubicBezTo>
                        <a:cubicBezTo>
                          <a:pt x="9049" y="17812"/>
                          <a:pt x="11049" y="16954"/>
                          <a:pt x="13430" y="16954"/>
                        </a:cubicBezTo>
                        <a:cubicBezTo>
                          <a:pt x="15812" y="16954"/>
                          <a:pt x="17812" y="17812"/>
                          <a:pt x="19526" y="19526"/>
                        </a:cubicBezTo>
                        <a:cubicBezTo>
                          <a:pt x="21146" y="21241"/>
                          <a:pt x="22003" y="23336"/>
                          <a:pt x="22003" y="25813"/>
                        </a:cubicBezTo>
                        <a:cubicBezTo>
                          <a:pt x="22003" y="28289"/>
                          <a:pt x="21146" y="30289"/>
                          <a:pt x="19526" y="32004"/>
                        </a:cubicBezTo>
                        <a:cubicBezTo>
                          <a:pt x="17812" y="33719"/>
                          <a:pt x="15812" y="34576"/>
                          <a:pt x="13430" y="34576"/>
                        </a:cubicBezTo>
                        <a:cubicBezTo>
                          <a:pt x="11049" y="34576"/>
                          <a:pt x="9049" y="33719"/>
                          <a:pt x="7334" y="32004"/>
                        </a:cubicBezTo>
                        <a:close/>
                        <a:moveTo>
                          <a:pt x="18383" y="13811"/>
                        </a:moveTo>
                        <a:cubicBezTo>
                          <a:pt x="16859" y="12287"/>
                          <a:pt x="16097" y="10287"/>
                          <a:pt x="16097" y="8096"/>
                        </a:cubicBezTo>
                        <a:cubicBezTo>
                          <a:pt x="16097" y="5905"/>
                          <a:pt x="16859" y="3905"/>
                          <a:pt x="18383" y="2381"/>
                        </a:cubicBezTo>
                        <a:cubicBezTo>
                          <a:pt x="19907" y="762"/>
                          <a:pt x="21812" y="0"/>
                          <a:pt x="24003" y="0"/>
                        </a:cubicBezTo>
                        <a:cubicBezTo>
                          <a:pt x="26194" y="0"/>
                          <a:pt x="28099" y="762"/>
                          <a:pt x="29718" y="2381"/>
                        </a:cubicBezTo>
                        <a:cubicBezTo>
                          <a:pt x="31242" y="3905"/>
                          <a:pt x="32099" y="5810"/>
                          <a:pt x="32099" y="8096"/>
                        </a:cubicBezTo>
                        <a:cubicBezTo>
                          <a:pt x="32099" y="10382"/>
                          <a:pt x="31337" y="12287"/>
                          <a:pt x="29718" y="13811"/>
                        </a:cubicBezTo>
                        <a:cubicBezTo>
                          <a:pt x="28194" y="15430"/>
                          <a:pt x="26289" y="16192"/>
                          <a:pt x="24003" y="16192"/>
                        </a:cubicBezTo>
                        <a:cubicBezTo>
                          <a:pt x="21717" y="16192"/>
                          <a:pt x="19907" y="15430"/>
                          <a:pt x="18383" y="13811"/>
                        </a:cubicBezTo>
                        <a:close/>
                        <a:moveTo>
                          <a:pt x="28670" y="32004"/>
                        </a:moveTo>
                        <a:cubicBezTo>
                          <a:pt x="27051" y="30289"/>
                          <a:pt x="26194" y="28289"/>
                          <a:pt x="26194" y="25813"/>
                        </a:cubicBezTo>
                        <a:cubicBezTo>
                          <a:pt x="26194" y="23336"/>
                          <a:pt x="27051" y="21336"/>
                          <a:pt x="28670" y="19526"/>
                        </a:cubicBezTo>
                        <a:cubicBezTo>
                          <a:pt x="30385" y="17812"/>
                          <a:pt x="32385" y="16954"/>
                          <a:pt x="34862" y="16954"/>
                        </a:cubicBezTo>
                        <a:cubicBezTo>
                          <a:pt x="37338" y="16954"/>
                          <a:pt x="39243" y="17812"/>
                          <a:pt x="40958" y="19526"/>
                        </a:cubicBezTo>
                        <a:cubicBezTo>
                          <a:pt x="42577" y="21241"/>
                          <a:pt x="43434" y="23336"/>
                          <a:pt x="43434" y="25813"/>
                        </a:cubicBezTo>
                        <a:cubicBezTo>
                          <a:pt x="43434" y="28289"/>
                          <a:pt x="42577" y="30289"/>
                          <a:pt x="40958" y="32004"/>
                        </a:cubicBezTo>
                        <a:cubicBezTo>
                          <a:pt x="39243" y="33719"/>
                          <a:pt x="37243" y="34576"/>
                          <a:pt x="34862" y="34576"/>
                        </a:cubicBezTo>
                        <a:cubicBezTo>
                          <a:pt x="32480" y="34576"/>
                          <a:pt x="30385" y="33719"/>
                          <a:pt x="28670" y="3200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8" name="Freeform: Shape 1027">
                    <a:extLst>
                      <a:ext uri="{FF2B5EF4-FFF2-40B4-BE49-F238E27FC236}">
                        <a16:creationId xmlns:a16="http://schemas.microsoft.com/office/drawing/2014/main" id="{7409ED50-E683-2E91-C887-B34858E610C7}"/>
                      </a:ext>
                    </a:extLst>
                  </p:cNvPr>
                  <p:cNvSpPr/>
                  <p:nvPr/>
                </p:nvSpPr>
                <p:spPr>
                  <a:xfrm>
                    <a:off x="6226778" y="3381851"/>
                    <a:ext cx="72770" cy="88201"/>
                  </a:xfrm>
                  <a:custGeom>
                    <a:avLst/>
                    <a:gdLst>
                      <a:gd name="csX0" fmla="*/ 0 w 72770"/>
                      <a:gd name="csY0" fmla="*/ 74771 h 88201"/>
                      <a:gd name="csX1" fmla="*/ 44196 w 72770"/>
                      <a:gd name="csY1" fmla="*/ 74771 h 88201"/>
                      <a:gd name="csX2" fmla="*/ 44196 w 72770"/>
                      <a:gd name="csY2" fmla="*/ 27432 h 88201"/>
                      <a:gd name="csX3" fmla="*/ 61246 w 72770"/>
                      <a:gd name="csY3" fmla="*/ 27432 h 88201"/>
                      <a:gd name="csX4" fmla="*/ 61246 w 72770"/>
                      <a:gd name="csY4" fmla="*/ 74771 h 88201"/>
                      <a:gd name="csX5" fmla="*/ 72771 w 72770"/>
                      <a:gd name="csY5" fmla="*/ 74771 h 88201"/>
                      <a:gd name="csX6" fmla="*/ 72771 w 72770"/>
                      <a:gd name="csY6" fmla="*/ 88201 h 88201"/>
                      <a:gd name="csX7" fmla="*/ 95 w 72770"/>
                      <a:gd name="csY7" fmla="*/ 88201 h 88201"/>
                      <a:gd name="csX8" fmla="*/ 95 w 72770"/>
                      <a:gd name="csY8" fmla="*/ 74771 h 88201"/>
                      <a:gd name="csX9" fmla="*/ 33433 w 72770"/>
                      <a:gd name="csY9" fmla="*/ 15049 h 88201"/>
                      <a:gd name="csX10" fmla="*/ 30956 w 72770"/>
                      <a:gd name="csY10" fmla="*/ 8858 h 88201"/>
                      <a:gd name="csX11" fmla="*/ 33433 w 72770"/>
                      <a:gd name="csY11" fmla="*/ 2572 h 88201"/>
                      <a:gd name="csX12" fmla="*/ 39529 w 72770"/>
                      <a:gd name="csY12" fmla="*/ 0 h 88201"/>
                      <a:gd name="csX13" fmla="*/ 45720 w 72770"/>
                      <a:gd name="csY13" fmla="*/ 2572 h 88201"/>
                      <a:gd name="csX14" fmla="*/ 48196 w 72770"/>
                      <a:gd name="csY14" fmla="*/ 8858 h 88201"/>
                      <a:gd name="csX15" fmla="*/ 45720 w 72770"/>
                      <a:gd name="csY15" fmla="*/ 15049 h 88201"/>
                      <a:gd name="csX16" fmla="*/ 39529 w 72770"/>
                      <a:gd name="csY16" fmla="*/ 17621 h 88201"/>
                      <a:gd name="csX17" fmla="*/ 33433 w 72770"/>
                      <a:gd name="csY17" fmla="*/ 15049 h 88201"/>
                      <a:gd name="csX18" fmla="*/ 54864 w 72770"/>
                      <a:gd name="csY18" fmla="*/ 15049 h 88201"/>
                      <a:gd name="csX19" fmla="*/ 52388 w 72770"/>
                      <a:gd name="csY19" fmla="*/ 8858 h 88201"/>
                      <a:gd name="csX20" fmla="*/ 54864 w 72770"/>
                      <a:gd name="csY20" fmla="*/ 2572 h 88201"/>
                      <a:gd name="csX21" fmla="*/ 60960 w 72770"/>
                      <a:gd name="csY21" fmla="*/ 0 h 88201"/>
                      <a:gd name="csX22" fmla="*/ 67056 w 72770"/>
                      <a:gd name="csY22" fmla="*/ 2572 h 88201"/>
                      <a:gd name="csX23" fmla="*/ 69532 w 72770"/>
                      <a:gd name="csY23" fmla="*/ 8858 h 88201"/>
                      <a:gd name="csX24" fmla="*/ 67056 w 72770"/>
                      <a:gd name="csY24" fmla="*/ 15049 h 88201"/>
                      <a:gd name="csX25" fmla="*/ 60960 w 72770"/>
                      <a:gd name="csY25" fmla="*/ 17621 h 88201"/>
                      <a:gd name="csX26" fmla="*/ 54864 w 72770"/>
                      <a:gd name="csY26" fmla="*/ 15049 h 8820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</a:cxnLst>
                    <a:rect l="l" t="t" r="r" b="b"/>
                    <a:pathLst>
                      <a:path w="72770" h="88201">
                        <a:moveTo>
                          <a:pt x="0" y="74771"/>
                        </a:moveTo>
                        <a:lnTo>
                          <a:pt x="44196" y="74771"/>
                        </a:lnTo>
                        <a:lnTo>
                          <a:pt x="44196" y="27432"/>
                        </a:lnTo>
                        <a:lnTo>
                          <a:pt x="61246" y="27432"/>
                        </a:lnTo>
                        <a:lnTo>
                          <a:pt x="61246" y="74771"/>
                        </a:lnTo>
                        <a:lnTo>
                          <a:pt x="72771" y="74771"/>
                        </a:lnTo>
                        <a:lnTo>
                          <a:pt x="72771" y="88201"/>
                        </a:lnTo>
                        <a:lnTo>
                          <a:pt x="95" y="88201"/>
                        </a:lnTo>
                        <a:lnTo>
                          <a:pt x="95" y="74771"/>
                        </a:lnTo>
                        <a:close/>
                        <a:moveTo>
                          <a:pt x="33433" y="15049"/>
                        </a:moveTo>
                        <a:cubicBezTo>
                          <a:pt x="31813" y="13335"/>
                          <a:pt x="30956" y="11335"/>
                          <a:pt x="30956" y="8858"/>
                        </a:cubicBezTo>
                        <a:cubicBezTo>
                          <a:pt x="30956" y="6382"/>
                          <a:pt x="31813" y="4382"/>
                          <a:pt x="33433" y="2572"/>
                        </a:cubicBezTo>
                        <a:cubicBezTo>
                          <a:pt x="35147" y="857"/>
                          <a:pt x="37147" y="0"/>
                          <a:pt x="39529" y="0"/>
                        </a:cubicBezTo>
                        <a:cubicBezTo>
                          <a:pt x="41910" y="0"/>
                          <a:pt x="44005" y="857"/>
                          <a:pt x="45720" y="2572"/>
                        </a:cubicBezTo>
                        <a:cubicBezTo>
                          <a:pt x="47339" y="4286"/>
                          <a:pt x="48196" y="6382"/>
                          <a:pt x="48196" y="8858"/>
                        </a:cubicBezTo>
                        <a:cubicBezTo>
                          <a:pt x="48196" y="11335"/>
                          <a:pt x="47339" y="13335"/>
                          <a:pt x="45720" y="15049"/>
                        </a:cubicBezTo>
                        <a:cubicBezTo>
                          <a:pt x="44005" y="16764"/>
                          <a:pt x="42005" y="17621"/>
                          <a:pt x="39529" y="17621"/>
                        </a:cubicBezTo>
                        <a:cubicBezTo>
                          <a:pt x="37052" y="17621"/>
                          <a:pt x="35147" y="16764"/>
                          <a:pt x="33433" y="15049"/>
                        </a:cubicBezTo>
                        <a:close/>
                        <a:moveTo>
                          <a:pt x="54864" y="15049"/>
                        </a:moveTo>
                        <a:cubicBezTo>
                          <a:pt x="53245" y="13335"/>
                          <a:pt x="52388" y="11335"/>
                          <a:pt x="52388" y="8858"/>
                        </a:cubicBezTo>
                        <a:cubicBezTo>
                          <a:pt x="52388" y="6382"/>
                          <a:pt x="53245" y="4382"/>
                          <a:pt x="54864" y="2572"/>
                        </a:cubicBezTo>
                        <a:cubicBezTo>
                          <a:pt x="56578" y="857"/>
                          <a:pt x="58579" y="0"/>
                          <a:pt x="60960" y="0"/>
                        </a:cubicBezTo>
                        <a:cubicBezTo>
                          <a:pt x="63341" y="0"/>
                          <a:pt x="65341" y="857"/>
                          <a:pt x="67056" y="2572"/>
                        </a:cubicBezTo>
                        <a:cubicBezTo>
                          <a:pt x="68675" y="4286"/>
                          <a:pt x="69532" y="6382"/>
                          <a:pt x="69532" y="8858"/>
                        </a:cubicBezTo>
                        <a:cubicBezTo>
                          <a:pt x="69532" y="11335"/>
                          <a:pt x="68675" y="13335"/>
                          <a:pt x="67056" y="15049"/>
                        </a:cubicBezTo>
                        <a:cubicBezTo>
                          <a:pt x="65341" y="16764"/>
                          <a:pt x="63341" y="17621"/>
                          <a:pt x="60960" y="17621"/>
                        </a:cubicBezTo>
                        <a:cubicBezTo>
                          <a:pt x="58579" y="17621"/>
                          <a:pt x="56578" y="16764"/>
                          <a:pt x="54864" y="1504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9" name="Freeform: Shape 1028">
                    <a:extLst>
                      <a:ext uri="{FF2B5EF4-FFF2-40B4-BE49-F238E27FC236}">
                        <a16:creationId xmlns:a16="http://schemas.microsoft.com/office/drawing/2014/main" id="{FFDE594A-E6D6-D5AE-7B48-48A5343ADF21}"/>
                      </a:ext>
                    </a:extLst>
                  </p:cNvPr>
                  <p:cNvSpPr/>
                  <p:nvPr/>
                </p:nvSpPr>
                <p:spPr>
                  <a:xfrm>
                    <a:off x="6297549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0" name="Freeform: Shape 1029">
                    <a:extLst>
                      <a:ext uri="{FF2B5EF4-FFF2-40B4-BE49-F238E27FC236}">
                        <a16:creationId xmlns:a16="http://schemas.microsoft.com/office/drawing/2014/main" id="{01F60E19-E7DC-A63F-BAF2-0826F6D92E7A}"/>
                      </a:ext>
                    </a:extLst>
                  </p:cNvPr>
                  <p:cNvSpPr/>
                  <p:nvPr/>
                </p:nvSpPr>
                <p:spPr>
                  <a:xfrm>
                    <a:off x="6334125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1" name="Freeform: Shape 1030">
                    <a:extLst>
                      <a:ext uri="{FF2B5EF4-FFF2-40B4-BE49-F238E27FC236}">
                        <a16:creationId xmlns:a16="http://schemas.microsoft.com/office/drawing/2014/main" id="{F297CC4A-9C3E-D8FC-33E4-F8C177C96C0D}"/>
                      </a:ext>
                    </a:extLst>
                  </p:cNvPr>
                  <p:cNvSpPr/>
                  <p:nvPr/>
                </p:nvSpPr>
                <p:spPr>
                  <a:xfrm>
                    <a:off x="6370700" y="3404234"/>
                    <a:ext cx="107537" cy="66865"/>
                  </a:xfrm>
                  <a:custGeom>
                    <a:avLst/>
                    <a:gdLst>
                      <a:gd name="csX0" fmla="*/ 0 w 107537"/>
                      <a:gd name="csY0" fmla="*/ 52388 h 66865"/>
                      <a:gd name="csX1" fmla="*/ 6477 w 107537"/>
                      <a:gd name="csY1" fmla="*/ 52388 h 66865"/>
                      <a:gd name="csX2" fmla="*/ 15431 w 107537"/>
                      <a:gd name="csY2" fmla="*/ 49149 h 66865"/>
                      <a:gd name="csX3" fmla="*/ 18193 w 107537"/>
                      <a:gd name="csY3" fmla="*/ 36385 h 66865"/>
                      <a:gd name="csX4" fmla="*/ 18193 w 107537"/>
                      <a:gd name="csY4" fmla="*/ 12859 h 66865"/>
                      <a:gd name="csX5" fmla="*/ 35243 w 107537"/>
                      <a:gd name="csY5" fmla="*/ 12859 h 66865"/>
                      <a:gd name="csX6" fmla="*/ 35243 w 107537"/>
                      <a:gd name="csY6" fmla="*/ 36767 h 66865"/>
                      <a:gd name="csX7" fmla="*/ 36862 w 107537"/>
                      <a:gd name="csY7" fmla="*/ 49435 h 66865"/>
                      <a:gd name="csX8" fmla="*/ 44196 w 107537"/>
                      <a:gd name="csY8" fmla="*/ 53435 h 66865"/>
                      <a:gd name="csX9" fmla="*/ 54578 w 107537"/>
                      <a:gd name="csY9" fmla="*/ 36957 h 66865"/>
                      <a:gd name="csX10" fmla="*/ 54578 w 107537"/>
                      <a:gd name="csY10" fmla="*/ 7715 h 66865"/>
                      <a:gd name="csX11" fmla="*/ 70961 w 107537"/>
                      <a:gd name="csY11" fmla="*/ 7715 h 66865"/>
                      <a:gd name="csX12" fmla="*/ 70961 w 107537"/>
                      <a:gd name="csY12" fmla="*/ 40100 h 66865"/>
                      <a:gd name="csX13" fmla="*/ 74105 w 107537"/>
                      <a:gd name="csY13" fmla="*/ 50102 h 66865"/>
                      <a:gd name="csX14" fmla="*/ 86201 w 107537"/>
                      <a:gd name="csY14" fmla="*/ 52483 h 66865"/>
                      <a:gd name="csX15" fmla="*/ 89535 w 107537"/>
                      <a:gd name="csY15" fmla="*/ 52483 h 66865"/>
                      <a:gd name="csX16" fmla="*/ 90488 w 107537"/>
                      <a:gd name="csY16" fmla="*/ 36957 h 66865"/>
                      <a:gd name="csX17" fmla="*/ 86678 w 107537"/>
                      <a:gd name="csY17" fmla="*/ 2286 h 66865"/>
                      <a:gd name="csX18" fmla="*/ 103346 w 107537"/>
                      <a:gd name="csY18" fmla="*/ 0 h 66865"/>
                      <a:gd name="csX19" fmla="*/ 107537 w 107537"/>
                      <a:gd name="csY19" fmla="*/ 35814 h 66865"/>
                      <a:gd name="csX20" fmla="*/ 105537 w 107537"/>
                      <a:gd name="csY20" fmla="*/ 65913 h 66865"/>
                      <a:gd name="csX21" fmla="*/ 84201 w 107537"/>
                      <a:gd name="csY21" fmla="*/ 65913 h 66865"/>
                      <a:gd name="csX22" fmla="*/ 68580 w 107537"/>
                      <a:gd name="csY22" fmla="*/ 64103 h 66865"/>
                      <a:gd name="csX23" fmla="*/ 60293 w 107537"/>
                      <a:gd name="csY23" fmla="*/ 56959 h 66865"/>
                      <a:gd name="csX24" fmla="*/ 40767 w 107537"/>
                      <a:gd name="csY24" fmla="*/ 66866 h 66865"/>
                      <a:gd name="csX25" fmla="*/ 23622 w 107537"/>
                      <a:gd name="csY25" fmla="*/ 56864 h 66865"/>
                      <a:gd name="csX26" fmla="*/ 6382 w 107537"/>
                      <a:gd name="csY26" fmla="*/ 65913 h 66865"/>
                      <a:gd name="csX27" fmla="*/ 95 w 107537"/>
                      <a:gd name="csY27" fmla="*/ 65913 h 66865"/>
                      <a:gd name="csX28" fmla="*/ 95 w 107537"/>
                      <a:gd name="csY28" fmla="*/ 52483 h 668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</a:cxnLst>
                    <a:rect l="l" t="t" r="r" b="b"/>
                    <a:pathLst>
                      <a:path w="107537" h="66865">
                        <a:moveTo>
                          <a:pt x="0" y="52388"/>
                        </a:moveTo>
                        <a:lnTo>
                          <a:pt x="6477" y="52388"/>
                        </a:lnTo>
                        <a:cubicBezTo>
                          <a:pt x="10763" y="52388"/>
                          <a:pt x="13716" y="51340"/>
                          <a:pt x="15431" y="49149"/>
                        </a:cubicBezTo>
                        <a:cubicBezTo>
                          <a:pt x="17240" y="46863"/>
                          <a:pt x="18193" y="42577"/>
                          <a:pt x="18193" y="36385"/>
                        </a:cubicBezTo>
                        <a:lnTo>
                          <a:pt x="18193" y="12859"/>
                        </a:lnTo>
                        <a:lnTo>
                          <a:pt x="35243" y="12859"/>
                        </a:lnTo>
                        <a:lnTo>
                          <a:pt x="35243" y="36767"/>
                        </a:lnTo>
                        <a:cubicBezTo>
                          <a:pt x="35243" y="42958"/>
                          <a:pt x="35814" y="47244"/>
                          <a:pt x="36862" y="49435"/>
                        </a:cubicBezTo>
                        <a:cubicBezTo>
                          <a:pt x="38100" y="52102"/>
                          <a:pt x="40481" y="53435"/>
                          <a:pt x="44196" y="53435"/>
                        </a:cubicBezTo>
                        <a:cubicBezTo>
                          <a:pt x="51054" y="53435"/>
                          <a:pt x="54578" y="47911"/>
                          <a:pt x="54578" y="36957"/>
                        </a:cubicBezTo>
                        <a:lnTo>
                          <a:pt x="54578" y="7715"/>
                        </a:lnTo>
                        <a:lnTo>
                          <a:pt x="70961" y="7715"/>
                        </a:lnTo>
                        <a:lnTo>
                          <a:pt x="70961" y="40100"/>
                        </a:lnTo>
                        <a:cubicBezTo>
                          <a:pt x="70961" y="45148"/>
                          <a:pt x="72009" y="48482"/>
                          <a:pt x="74105" y="50102"/>
                        </a:cubicBezTo>
                        <a:cubicBezTo>
                          <a:pt x="76105" y="51626"/>
                          <a:pt x="80201" y="52483"/>
                          <a:pt x="86201" y="52483"/>
                        </a:cubicBezTo>
                        <a:lnTo>
                          <a:pt x="89535" y="52483"/>
                        </a:lnTo>
                        <a:cubicBezTo>
                          <a:pt x="90202" y="47625"/>
                          <a:pt x="90488" y="42482"/>
                          <a:pt x="90488" y="36957"/>
                        </a:cubicBezTo>
                        <a:cubicBezTo>
                          <a:pt x="90488" y="25051"/>
                          <a:pt x="89249" y="13526"/>
                          <a:pt x="86678" y="2286"/>
                        </a:cubicBezTo>
                        <a:lnTo>
                          <a:pt x="103346" y="0"/>
                        </a:lnTo>
                        <a:cubicBezTo>
                          <a:pt x="106109" y="11525"/>
                          <a:pt x="107537" y="23527"/>
                          <a:pt x="107537" y="35814"/>
                        </a:cubicBezTo>
                        <a:cubicBezTo>
                          <a:pt x="107537" y="46672"/>
                          <a:pt x="106871" y="56769"/>
                          <a:pt x="105537" y="65913"/>
                        </a:cubicBezTo>
                        <a:lnTo>
                          <a:pt x="84201" y="65913"/>
                        </a:lnTo>
                        <a:cubicBezTo>
                          <a:pt x="77153" y="65913"/>
                          <a:pt x="72009" y="65342"/>
                          <a:pt x="68580" y="64103"/>
                        </a:cubicBezTo>
                        <a:cubicBezTo>
                          <a:pt x="64961" y="62770"/>
                          <a:pt x="62198" y="60389"/>
                          <a:pt x="60293" y="56959"/>
                        </a:cubicBezTo>
                        <a:cubicBezTo>
                          <a:pt x="57245" y="63532"/>
                          <a:pt x="50768" y="66866"/>
                          <a:pt x="40767" y="66866"/>
                        </a:cubicBezTo>
                        <a:cubicBezTo>
                          <a:pt x="31528" y="66866"/>
                          <a:pt x="25813" y="63532"/>
                          <a:pt x="23622" y="56864"/>
                        </a:cubicBezTo>
                        <a:cubicBezTo>
                          <a:pt x="20955" y="62865"/>
                          <a:pt x="15240" y="65913"/>
                          <a:pt x="6382" y="65913"/>
                        </a:cubicBezTo>
                        <a:lnTo>
                          <a:pt x="95" y="65913"/>
                        </a:lnTo>
                        <a:lnTo>
                          <a:pt x="95" y="5248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2" name="Freeform: Shape 1031">
                    <a:extLst>
                      <a:ext uri="{FF2B5EF4-FFF2-40B4-BE49-F238E27FC236}">
                        <a16:creationId xmlns:a16="http://schemas.microsoft.com/office/drawing/2014/main" id="{7FC9D04D-D66D-457B-1DD3-7114E15ED9BA}"/>
                      </a:ext>
                    </a:extLst>
                  </p:cNvPr>
                  <p:cNvSpPr/>
                  <p:nvPr/>
                </p:nvSpPr>
                <p:spPr>
                  <a:xfrm>
                    <a:off x="6482048" y="3378041"/>
                    <a:ext cx="75057" cy="126110"/>
                  </a:xfrm>
                  <a:custGeom>
                    <a:avLst/>
                    <a:gdLst>
                      <a:gd name="csX0" fmla="*/ 35814 w 75057"/>
                      <a:gd name="csY0" fmla="*/ 68866 h 126110"/>
                      <a:gd name="csX1" fmla="*/ 18479 w 75057"/>
                      <a:gd name="csY1" fmla="*/ 68866 h 126110"/>
                      <a:gd name="csX2" fmla="*/ 0 w 75057"/>
                      <a:gd name="csY2" fmla="*/ 2381 h 126110"/>
                      <a:gd name="csX3" fmla="*/ 16954 w 75057"/>
                      <a:gd name="csY3" fmla="*/ 0 h 126110"/>
                      <a:gd name="csX4" fmla="*/ 35814 w 75057"/>
                      <a:gd name="csY4" fmla="*/ 68866 h 126110"/>
                      <a:gd name="csX5" fmla="*/ 5334 w 75057"/>
                      <a:gd name="csY5" fmla="*/ 78581 h 126110"/>
                      <a:gd name="csX6" fmla="*/ 45244 w 75057"/>
                      <a:gd name="csY6" fmla="*/ 78581 h 126110"/>
                      <a:gd name="csX7" fmla="*/ 45244 w 75057"/>
                      <a:gd name="csY7" fmla="*/ 953 h 126110"/>
                      <a:gd name="csX8" fmla="*/ 62294 w 75057"/>
                      <a:gd name="csY8" fmla="*/ 953 h 126110"/>
                      <a:gd name="csX9" fmla="*/ 62294 w 75057"/>
                      <a:gd name="csY9" fmla="*/ 78581 h 126110"/>
                      <a:gd name="csX10" fmla="*/ 75057 w 75057"/>
                      <a:gd name="csY10" fmla="*/ 78581 h 126110"/>
                      <a:gd name="csX11" fmla="*/ 75057 w 75057"/>
                      <a:gd name="csY11" fmla="*/ 92012 h 126110"/>
                      <a:gd name="csX12" fmla="*/ 5239 w 75057"/>
                      <a:gd name="csY12" fmla="*/ 92012 h 126110"/>
                      <a:gd name="csX13" fmla="*/ 5239 w 75057"/>
                      <a:gd name="csY13" fmla="*/ 78581 h 126110"/>
                      <a:gd name="csX14" fmla="*/ 13145 w 75057"/>
                      <a:gd name="csY14" fmla="*/ 116967 h 126110"/>
                      <a:gd name="csX15" fmla="*/ 19907 w 75057"/>
                      <a:gd name="csY15" fmla="*/ 117443 h 126110"/>
                      <a:gd name="csX16" fmla="*/ 17812 w 75057"/>
                      <a:gd name="csY16" fmla="*/ 112586 h 126110"/>
                      <a:gd name="csX17" fmla="*/ 22193 w 75057"/>
                      <a:gd name="csY17" fmla="*/ 104013 h 126110"/>
                      <a:gd name="csX18" fmla="*/ 35719 w 75057"/>
                      <a:gd name="csY18" fmla="*/ 100203 h 126110"/>
                      <a:gd name="csX19" fmla="*/ 43339 w 75057"/>
                      <a:gd name="csY19" fmla="*/ 100965 h 126110"/>
                      <a:gd name="csX20" fmla="*/ 41815 w 75057"/>
                      <a:gd name="csY20" fmla="*/ 109823 h 126110"/>
                      <a:gd name="csX21" fmla="*/ 35338 w 75057"/>
                      <a:gd name="csY21" fmla="*/ 109157 h 126110"/>
                      <a:gd name="csX22" fmla="*/ 29527 w 75057"/>
                      <a:gd name="csY22" fmla="*/ 112967 h 126110"/>
                      <a:gd name="csX23" fmla="*/ 37814 w 75057"/>
                      <a:gd name="csY23" fmla="*/ 117062 h 126110"/>
                      <a:gd name="csX24" fmla="*/ 45720 w 75057"/>
                      <a:gd name="csY24" fmla="*/ 117062 h 126110"/>
                      <a:gd name="csX25" fmla="*/ 45720 w 75057"/>
                      <a:gd name="csY25" fmla="*/ 126111 h 126110"/>
                      <a:gd name="csX26" fmla="*/ 13145 w 75057"/>
                      <a:gd name="csY26" fmla="*/ 126111 h 126110"/>
                      <a:gd name="csX27" fmla="*/ 13145 w 75057"/>
                      <a:gd name="csY27" fmla="*/ 117062 h 1261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75057" h="126110">
                        <a:moveTo>
                          <a:pt x="35814" y="68866"/>
                        </a:moveTo>
                        <a:lnTo>
                          <a:pt x="18479" y="68866"/>
                        </a:lnTo>
                        <a:lnTo>
                          <a:pt x="0" y="2381"/>
                        </a:lnTo>
                        <a:lnTo>
                          <a:pt x="16954" y="0"/>
                        </a:lnTo>
                        <a:lnTo>
                          <a:pt x="35814" y="68866"/>
                        </a:lnTo>
                        <a:close/>
                        <a:moveTo>
                          <a:pt x="5334" y="78581"/>
                        </a:moveTo>
                        <a:lnTo>
                          <a:pt x="45244" y="78581"/>
                        </a:lnTo>
                        <a:lnTo>
                          <a:pt x="45244" y="953"/>
                        </a:lnTo>
                        <a:lnTo>
                          <a:pt x="62294" y="953"/>
                        </a:lnTo>
                        <a:lnTo>
                          <a:pt x="62294" y="78581"/>
                        </a:lnTo>
                        <a:lnTo>
                          <a:pt x="75057" y="78581"/>
                        </a:lnTo>
                        <a:lnTo>
                          <a:pt x="75057" y="92012"/>
                        </a:lnTo>
                        <a:lnTo>
                          <a:pt x="5239" y="92012"/>
                        </a:lnTo>
                        <a:lnTo>
                          <a:pt x="5239" y="78581"/>
                        </a:lnTo>
                        <a:close/>
                        <a:moveTo>
                          <a:pt x="13145" y="116967"/>
                        </a:moveTo>
                        <a:cubicBezTo>
                          <a:pt x="16193" y="116967"/>
                          <a:pt x="18479" y="117158"/>
                          <a:pt x="19907" y="117443"/>
                        </a:cubicBezTo>
                        <a:cubicBezTo>
                          <a:pt x="18479" y="116396"/>
                          <a:pt x="17812" y="114776"/>
                          <a:pt x="17812" y="112586"/>
                        </a:cubicBezTo>
                        <a:cubicBezTo>
                          <a:pt x="17812" y="109157"/>
                          <a:pt x="19241" y="106299"/>
                          <a:pt x="22193" y="104013"/>
                        </a:cubicBezTo>
                        <a:cubicBezTo>
                          <a:pt x="25432" y="101441"/>
                          <a:pt x="30004" y="100203"/>
                          <a:pt x="35719" y="100203"/>
                        </a:cubicBezTo>
                        <a:cubicBezTo>
                          <a:pt x="38957" y="100203"/>
                          <a:pt x="41529" y="100489"/>
                          <a:pt x="43339" y="100965"/>
                        </a:cubicBezTo>
                        <a:lnTo>
                          <a:pt x="41815" y="109823"/>
                        </a:lnTo>
                        <a:cubicBezTo>
                          <a:pt x="38767" y="109347"/>
                          <a:pt x="36671" y="109157"/>
                          <a:pt x="35338" y="109157"/>
                        </a:cubicBezTo>
                        <a:cubicBezTo>
                          <a:pt x="31433" y="109157"/>
                          <a:pt x="29527" y="110395"/>
                          <a:pt x="29527" y="112967"/>
                        </a:cubicBezTo>
                        <a:cubicBezTo>
                          <a:pt x="29527" y="115729"/>
                          <a:pt x="32290" y="117062"/>
                          <a:pt x="37814" y="117062"/>
                        </a:cubicBezTo>
                        <a:lnTo>
                          <a:pt x="45720" y="117062"/>
                        </a:lnTo>
                        <a:lnTo>
                          <a:pt x="45720" y="126111"/>
                        </a:lnTo>
                        <a:lnTo>
                          <a:pt x="13145" y="126111"/>
                        </a:lnTo>
                        <a:lnTo>
                          <a:pt x="13145" y="11706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3" name="Freeform: Shape 1032">
                    <a:extLst>
                      <a:ext uri="{FF2B5EF4-FFF2-40B4-BE49-F238E27FC236}">
                        <a16:creationId xmlns:a16="http://schemas.microsoft.com/office/drawing/2014/main" id="{1438D1E7-0EB0-A6C3-7C01-22B55813D613}"/>
                      </a:ext>
                    </a:extLst>
                  </p:cNvPr>
                  <p:cNvSpPr/>
                  <p:nvPr/>
                </p:nvSpPr>
                <p:spPr>
                  <a:xfrm>
                    <a:off x="655520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4" name="Freeform: Shape 1033">
                    <a:extLst>
                      <a:ext uri="{FF2B5EF4-FFF2-40B4-BE49-F238E27FC236}">
                        <a16:creationId xmlns:a16="http://schemas.microsoft.com/office/drawing/2014/main" id="{EFE6281E-367C-3250-CD43-3E4C9809867C}"/>
                      </a:ext>
                    </a:extLst>
                  </p:cNvPr>
                  <p:cNvSpPr/>
                  <p:nvPr/>
                </p:nvSpPr>
                <p:spPr>
                  <a:xfrm>
                    <a:off x="6591871" y="3378993"/>
                    <a:ext cx="33051" cy="91154"/>
                  </a:xfrm>
                  <a:custGeom>
                    <a:avLst/>
                    <a:gdLst>
                      <a:gd name="csX0" fmla="*/ 0 w 33051"/>
                      <a:gd name="csY0" fmla="*/ 77629 h 91154"/>
                      <a:gd name="csX1" fmla="*/ 16002 w 33051"/>
                      <a:gd name="csY1" fmla="*/ 77629 h 91154"/>
                      <a:gd name="csX2" fmla="*/ 16002 w 33051"/>
                      <a:gd name="csY2" fmla="*/ 0 h 91154"/>
                      <a:gd name="csX3" fmla="*/ 33052 w 33051"/>
                      <a:gd name="csY3" fmla="*/ 0 h 91154"/>
                      <a:gd name="csX4" fmla="*/ 33052 w 33051"/>
                      <a:gd name="csY4" fmla="*/ 91154 h 91154"/>
                      <a:gd name="csX5" fmla="*/ 0 w 33051"/>
                      <a:gd name="csY5" fmla="*/ 91154 h 91154"/>
                      <a:gd name="csX6" fmla="*/ 0 w 33051"/>
                      <a:gd name="csY6" fmla="*/ 77724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3051" h="91154">
                        <a:moveTo>
                          <a:pt x="0" y="77629"/>
                        </a:moveTo>
                        <a:lnTo>
                          <a:pt x="16002" y="77629"/>
                        </a:lnTo>
                        <a:lnTo>
                          <a:pt x="16002" y="0"/>
                        </a:lnTo>
                        <a:lnTo>
                          <a:pt x="33052" y="0"/>
                        </a:lnTo>
                        <a:lnTo>
                          <a:pt x="33052" y="91154"/>
                        </a:lnTo>
                        <a:lnTo>
                          <a:pt x="0" y="91154"/>
                        </a:lnTo>
                        <a:lnTo>
                          <a:pt x="0" y="777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5" name="Freeform: Shape 1034">
                    <a:extLst>
                      <a:ext uri="{FF2B5EF4-FFF2-40B4-BE49-F238E27FC236}">
                        <a16:creationId xmlns:a16="http://schemas.microsoft.com/office/drawing/2014/main" id="{1620B616-F3BE-4CF8-DE32-DE8432289CF9}"/>
                      </a:ext>
                    </a:extLst>
                  </p:cNvPr>
                  <p:cNvSpPr/>
                  <p:nvPr/>
                </p:nvSpPr>
                <p:spPr>
                  <a:xfrm>
                    <a:off x="5563621" y="3248025"/>
                    <a:ext cx="258917" cy="258794"/>
                  </a:xfrm>
                  <a:custGeom>
                    <a:avLst/>
                    <a:gdLst>
                      <a:gd name="csX0" fmla="*/ 258821 w 258917"/>
                      <a:gd name="csY0" fmla="*/ 129826 h 258794"/>
                      <a:gd name="csX1" fmla="*/ 129471 w 258917"/>
                      <a:gd name="csY1" fmla="*/ 258699 h 258794"/>
                      <a:gd name="csX2" fmla="*/ 68130 w 258917"/>
                      <a:gd name="csY2" fmla="*/ 258699 h 258794"/>
                      <a:gd name="csX3" fmla="*/ 90705 w 258917"/>
                      <a:gd name="csY3" fmla="*/ 199644 h 258794"/>
                      <a:gd name="csX4" fmla="*/ 107088 w 258917"/>
                      <a:gd name="csY4" fmla="*/ 188309 h 258794"/>
                      <a:gd name="csX5" fmla="*/ 129471 w 258917"/>
                      <a:gd name="csY5" fmla="*/ 188309 h 258794"/>
                      <a:gd name="csX6" fmla="*/ 188431 w 258917"/>
                      <a:gd name="csY6" fmla="*/ 129159 h 258794"/>
                      <a:gd name="csX7" fmla="*/ 128805 w 258917"/>
                      <a:gd name="csY7" fmla="*/ 70390 h 258794"/>
                      <a:gd name="csX8" fmla="*/ 63749 w 258917"/>
                      <a:gd name="csY8" fmla="*/ 70390 h 258794"/>
                      <a:gd name="csX9" fmla="*/ 47366 w 258917"/>
                      <a:gd name="csY9" fmla="*/ 81725 h 258794"/>
                      <a:gd name="csX10" fmla="*/ 17362 w 258917"/>
                      <a:gd name="csY10" fmla="*/ 160306 h 258794"/>
                      <a:gd name="csX11" fmla="*/ 122 w 258917"/>
                      <a:gd name="csY11" fmla="*/ 157163 h 258794"/>
                      <a:gd name="csX12" fmla="*/ 122 w 258917"/>
                      <a:gd name="csY12" fmla="*/ 0 h 258794"/>
                      <a:gd name="csX13" fmla="*/ 128519 w 258917"/>
                      <a:gd name="csY13" fmla="*/ 0 h 258794"/>
                      <a:gd name="csX14" fmla="*/ 258916 w 258917"/>
                      <a:gd name="csY14" fmla="*/ 129826 h 258794"/>
                      <a:gd name="csX15" fmla="*/ 49747 w 258917"/>
                      <a:gd name="csY15" fmla="*/ 108014 h 258794"/>
                      <a:gd name="csX16" fmla="*/ 1170 w 258917"/>
                      <a:gd name="csY16" fmla="*/ 235077 h 258794"/>
                      <a:gd name="csX17" fmla="*/ 17457 w 258917"/>
                      <a:gd name="csY17" fmla="*/ 258794 h 258794"/>
                      <a:gd name="csX18" fmla="*/ 55557 w 258917"/>
                      <a:gd name="csY18" fmla="*/ 258794 h 258794"/>
                      <a:gd name="csX19" fmla="*/ 117375 w 258917"/>
                      <a:gd name="csY19" fmla="*/ 96774 h 258794"/>
                      <a:gd name="csX20" fmla="*/ 66035 w 258917"/>
                      <a:gd name="csY20" fmla="*/ 96774 h 258794"/>
                      <a:gd name="csX21" fmla="*/ 49652 w 258917"/>
                      <a:gd name="csY21" fmla="*/ 108014 h 2587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258917" h="258794">
                        <a:moveTo>
                          <a:pt x="258821" y="129826"/>
                        </a:moveTo>
                        <a:cubicBezTo>
                          <a:pt x="258535" y="201073"/>
                          <a:pt x="200718" y="258699"/>
                          <a:pt x="129471" y="258699"/>
                        </a:cubicBezTo>
                        <a:lnTo>
                          <a:pt x="68130" y="258699"/>
                        </a:lnTo>
                        <a:lnTo>
                          <a:pt x="90705" y="199644"/>
                        </a:lnTo>
                        <a:cubicBezTo>
                          <a:pt x="93276" y="192786"/>
                          <a:pt x="99849" y="188309"/>
                          <a:pt x="107088" y="188309"/>
                        </a:cubicBezTo>
                        <a:lnTo>
                          <a:pt x="129471" y="188309"/>
                        </a:lnTo>
                        <a:cubicBezTo>
                          <a:pt x="162142" y="188309"/>
                          <a:pt x="188526" y="161830"/>
                          <a:pt x="188431" y="129159"/>
                        </a:cubicBezTo>
                        <a:cubicBezTo>
                          <a:pt x="188336" y="96584"/>
                          <a:pt x="161380" y="70390"/>
                          <a:pt x="128805" y="70390"/>
                        </a:cubicBezTo>
                        <a:lnTo>
                          <a:pt x="63749" y="70390"/>
                        </a:lnTo>
                        <a:cubicBezTo>
                          <a:pt x="56415" y="70390"/>
                          <a:pt x="49938" y="74867"/>
                          <a:pt x="47366" y="81725"/>
                        </a:cubicBezTo>
                        <a:lnTo>
                          <a:pt x="17362" y="160306"/>
                        </a:lnTo>
                        <a:cubicBezTo>
                          <a:pt x="13838" y="169545"/>
                          <a:pt x="122" y="166973"/>
                          <a:pt x="122" y="157163"/>
                        </a:cubicBezTo>
                        <a:lnTo>
                          <a:pt x="122" y="0"/>
                        </a:lnTo>
                        <a:lnTo>
                          <a:pt x="128519" y="0"/>
                        </a:lnTo>
                        <a:cubicBezTo>
                          <a:pt x="199956" y="0"/>
                          <a:pt x="259202" y="58484"/>
                          <a:pt x="258916" y="129826"/>
                        </a:cubicBezTo>
                        <a:close/>
                        <a:moveTo>
                          <a:pt x="49747" y="108014"/>
                        </a:moveTo>
                        <a:lnTo>
                          <a:pt x="1170" y="235077"/>
                        </a:lnTo>
                        <a:cubicBezTo>
                          <a:pt x="-3212" y="246507"/>
                          <a:pt x="5265" y="258794"/>
                          <a:pt x="17457" y="258794"/>
                        </a:cubicBezTo>
                        <a:lnTo>
                          <a:pt x="55557" y="258794"/>
                        </a:lnTo>
                        <a:lnTo>
                          <a:pt x="117375" y="96774"/>
                        </a:lnTo>
                        <a:lnTo>
                          <a:pt x="66035" y="96774"/>
                        </a:lnTo>
                        <a:cubicBezTo>
                          <a:pt x="58796" y="96774"/>
                          <a:pt x="52224" y="101251"/>
                          <a:pt x="49652" y="10801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11" name="Graphic 109">
                  <a:extLst>
                    <a:ext uri="{FF2B5EF4-FFF2-40B4-BE49-F238E27FC236}">
                      <a16:creationId xmlns:a16="http://schemas.microsoft.com/office/drawing/2014/main" id="{48AA38F6-4633-3DCF-1BFE-73D8098BBE39}"/>
                    </a:ext>
                  </a:extLst>
                </p:cNvPr>
                <p:cNvSpPr/>
                <p:nvPr/>
              </p:nvSpPr>
              <p:spPr>
                <a:xfrm>
                  <a:off x="11121160" y="5433443"/>
                  <a:ext cx="442691" cy="358334"/>
                </a:xfrm>
                <a:custGeom>
                  <a:avLst/>
                  <a:gdLst>
                    <a:gd name="csX0" fmla="*/ 0 w 8462574"/>
                    <a:gd name="csY0" fmla="*/ 6843781 h 6850018"/>
                    <a:gd name="csX1" fmla="*/ 488373 w 8462574"/>
                    <a:gd name="csY1" fmla="*/ 6271734 h 6850018"/>
                    <a:gd name="csX2" fmla="*/ 493295 w 8462574"/>
                    <a:gd name="csY2" fmla="*/ 6072666 h 6850018"/>
                    <a:gd name="csX3" fmla="*/ 493295 w 8462574"/>
                    <a:gd name="csY3" fmla="*/ 4969589 h 6850018"/>
                    <a:gd name="csX4" fmla="*/ 1695906 w 8462574"/>
                    <a:gd name="csY4" fmla="*/ 3501737 h 6850018"/>
                    <a:gd name="csX5" fmla="*/ 2931877 w 8462574"/>
                    <a:gd name="csY5" fmla="*/ 3420797 h 6850018"/>
                    <a:gd name="csX6" fmla="*/ 1759345 w 8462574"/>
                    <a:gd name="csY6" fmla="*/ 4372385 h 6850018"/>
                    <a:gd name="csX7" fmla="*/ 1757704 w 8462574"/>
                    <a:gd name="csY7" fmla="*/ 4343947 h 6850018"/>
                    <a:gd name="csX8" fmla="*/ 1757704 w 8462574"/>
                    <a:gd name="csY8" fmla="*/ 5468900 h 6850018"/>
                    <a:gd name="csX9" fmla="*/ 357119 w 8462574"/>
                    <a:gd name="csY9" fmla="*/ 6848156 h 6850018"/>
                    <a:gd name="csX10" fmla="*/ 357119 w 8462574"/>
                    <a:gd name="csY10" fmla="*/ 6847062 h 6850018"/>
                    <a:gd name="csX11" fmla="*/ 0 w 8462574"/>
                    <a:gd name="csY11" fmla="*/ 6843781 h 6850018"/>
                    <a:gd name="csX12" fmla="*/ 1681687 w 8462574"/>
                    <a:gd name="csY12" fmla="*/ 3071881 h 6850018"/>
                    <a:gd name="csX13" fmla="*/ 531030 w 8462574"/>
                    <a:gd name="csY13" fmla="*/ 1572309 h 6850018"/>
                    <a:gd name="csX14" fmla="*/ 1873098 w 8462574"/>
                    <a:gd name="csY14" fmla="*/ 18594 h 6850018"/>
                    <a:gd name="csX15" fmla="*/ 2111542 w 8462574"/>
                    <a:gd name="csY15" fmla="*/ 0 h 6850018"/>
                    <a:gd name="csX16" fmla="*/ 2931877 w 8462574"/>
                    <a:gd name="csY16" fmla="*/ 0 h 6850018"/>
                    <a:gd name="csX17" fmla="*/ 1672389 w 8462574"/>
                    <a:gd name="csY17" fmla="*/ 884868 h 6850018"/>
                    <a:gd name="csX18" fmla="*/ 1672389 w 8462574"/>
                    <a:gd name="csY18" fmla="*/ 883227 h 6850018"/>
                    <a:gd name="csX19" fmla="*/ 1670749 w 8462574"/>
                    <a:gd name="csY19" fmla="*/ 2251546 h 6850018"/>
                    <a:gd name="csX20" fmla="*/ 2931877 w 8462574"/>
                    <a:gd name="csY20" fmla="*/ 3194931 h 6850018"/>
                    <a:gd name="csX21" fmla="*/ 1681687 w 8462574"/>
                    <a:gd name="csY21" fmla="*/ 3071881 h 6850018"/>
                    <a:gd name="csX22" fmla="*/ 5305926 w 8462574"/>
                    <a:gd name="csY22" fmla="*/ 6617915 h 6850018"/>
                    <a:gd name="csX23" fmla="*/ 3153367 w 8462574"/>
                    <a:gd name="csY23" fmla="*/ 6617915 h 6850018"/>
                    <a:gd name="csX24" fmla="*/ 3622599 w 8462574"/>
                    <a:gd name="csY24" fmla="*/ 6121340 h 6850018"/>
                    <a:gd name="csX25" fmla="*/ 3622599 w 8462574"/>
                    <a:gd name="csY25" fmla="*/ 497670 h 6850018"/>
                    <a:gd name="csX26" fmla="*/ 3153367 w 8462574"/>
                    <a:gd name="csY26" fmla="*/ 0 h 6850018"/>
                    <a:gd name="csX27" fmla="*/ 5305926 w 8462574"/>
                    <a:gd name="csY27" fmla="*/ 0 h 6850018"/>
                    <a:gd name="csX28" fmla="*/ 4844351 w 8462574"/>
                    <a:gd name="csY28" fmla="*/ 533765 h 6850018"/>
                    <a:gd name="csX29" fmla="*/ 4844351 w 8462574"/>
                    <a:gd name="csY29" fmla="*/ 6083604 h 6850018"/>
                    <a:gd name="csX30" fmla="*/ 5305926 w 8462574"/>
                    <a:gd name="csY30" fmla="*/ 6617915 h 6850018"/>
                    <a:gd name="csX31" fmla="*/ 8105456 w 8462574"/>
                    <a:gd name="csY31" fmla="*/ 6847062 h 6850018"/>
                    <a:gd name="csX32" fmla="*/ 8105456 w 8462574"/>
                    <a:gd name="csY32" fmla="*/ 6848156 h 6850018"/>
                    <a:gd name="csX33" fmla="*/ 6704871 w 8462574"/>
                    <a:gd name="csY33" fmla="*/ 5468900 h 6850018"/>
                    <a:gd name="csX34" fmla="*/ 6704871 w 8462574"/>
                    <a:gd name="csY34" fmla="*/ 4343947 h 6850018"/>
                    <a:gd name="csX35" fmla="*/ 6701589 w 8462574"/>
                    <a:gd name="csY35" fmla="*/ 4372385 h 6850018"/>
                    <a:gd name="csX36" fmla="*/ 5530698 w 8462574"/>
                    <a:gd name="csY36" fmla="*/ 3420797 h 6850018"/>
                    <a:gd name="csX37" fmla="*/ 6766669 w 8462574"/>
                    <a:gd name="csY37" fmla="*/ 3501737 h 6850018"/>
                    <a:gd name="csX38" fmla="*/ 7969280 w 8462574"/>
                    <a:gd name="csY38" fmla="*/ 4969589 h 6850018"/>
                    <a:gd name="csX39" fmla="*/ 7969280 w 8462574"/>
                    <a:gd name="csY39" fmla="*/ 6072666 h 6850018"/>
                    <a:gd name="csX40" fmla="*/ 7972562 w 8462574"/>
                    <a:gd name="csY40" fmla="*/ 6271734 h 6850018"/>
                    <a:gd name="csX41" fmla="*/ 8462575 w 8462574"/>
                    <a:gd name="csY41" fmla="*/ 6843781 h 6850018"/>
                    <a:gd name="csX42" fmla="*/ 8105456 w 8462574"/>
                    <a:gd name="csY42" fmla="*/ 6847062 h 6850018"/>
                    <a:gd name="csX43" fmla="*/ 5530698 w 8462574"/>
                    <a:gd name="csY43" fmla="*/ 3194931 h 6850018"/>
                    <a:gd name="csX44" fmla="*/ 6791826 w 8462574"/>
                    <a:gd name="csY44" fmla="*/ 2251546 h 6850018"/>
                    <a:gd name="csX45" fmla="*/ 6790185 w 8462574"/>
                    <a:gd name="csY45" fmla="*/ 883227 h 6850018"/>
                    <a:gd name="csX46" fmla="*/ 6790185 w 8462574"/>
                    <a:gd name="csY46" fmla="*/ 884868 h 6850018"/>
                    <a:gd name="csX47" fmla="*/ 5530698 w 8462574"/>
                    <a:gd name="csY47" fmla="*/ 0 h 6850018"/>
                    <a:gd name="csX48" fmla="*/ 6351033 w 8462574"/>
                    <a:gd name="csY48" fmla="*/ 0 h 6850018"/>
                    <a:gd name="csX49" fmla="*/ 6589477 w 8462574"/>
                    <a:gd name="csY49" fmla="*/ 18594 h 6850018"/>
                    <a:gd name="csX50" fmla="*/ 7931545 w 8462574"/>
                    <a:gd name="csY50" fmla="*/ 1572309 h 6850018"/>
                    <a:gd name="csX51" fmla="*/ 6779247 w 8462574"/>
                    <a:gd name="csY51" fmla="*/ 3071881 h 6850018"/>
                    <a:gd name="csX52" fmla="*/ 5530698 w 8462574"/>
                    <a:gd name="csY52" fmla="*/ 3194931 h 6850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</a:cxnLst>
                  <a:rect l="l" t="t" r="r" b="b"/>
                  <a:pathLst>
                    <a:path w="8462574" h="6850018">
                      <a:moveTo>
                        <a:pt x="0" y="6843781"/>
                      </a:moveTo>
                      <a:cubicBezTo>
                        <a:pt x="0" y="6843781"/>
                        <a:pt x="453372" y="6695027"/>
                        <a:pt x="488373" y="6271734"/>
                      </a:cubicBezTo>
                      <a:cubicBezTo>
                        <a:pt x="491654" y="6211576"/>
                        <a:pt x="493295" y="6145221"/>
                        <a:pt x="493295" y="6072666"/>
                      </a:cubicBezTo>
                      <a:lnTo>
                        <a:pt x="493295" y="4969589"/>
                      </a:lnTo>
                      <a:cubicBezTo>
                        <a:pt x="493295" y="4969589"/>
                        <a:pt x="392120" y="3681663"/>
                        <a:pt x="1695906" y="3501737"/>
                      </a:cubicBezTo>
                      <a:cubicBezTo>
                        <a:pt x="1777939" y="3489158"/>
                        <a:pt x="2502022" y="3389624"/>
                        <a:pt x="2931877" y="3420797"/>
                      </a:cubicBezTo>
                      <a:cubicBezTo>
                        <a:pt x="2931877" y="3420797"/>
                        <a:pt x="1762626" y="3612208"/>
                        <a:pt x="1759345" y="4372385"/>
                      </a:cubicBezTo>
                      <a:lnTo>
                        <a:pt x="1757704" y="4343947"/>
                      </a:lnTo>
                      <a:lnTo>
                        <a:pt x="1757704" y="5468900"/>
                      </a:lnTo>
                      <a:cubicBezTo>
                        <a:pt x="1757704" y="5468900"/>
                        <a:pt x="1791065" y="6833937"/>
                        <a:pt x="357119" y="6848156"/>
                      </a:cubicBezTo>
                      <a:lnTo>
                        <a:pt x="357119" y="6847062"/>
                      </a:lnTo>
                      <a:cubicBezTo>
                        <a:pt x="265789" y="6851438"/>
                        <a:pt x="94612" y="6851438"/>
                        <a:pt x="0" y="6843781"/>
                      </a:cubicBezTo>
                      <a:close/>
                      <a:moveTo>
                        <a:pt x="1681687" y="3071881"/>
                      </a:moveTo>
                      <a:cubicBezTo>
                        <a:pt x="1272613" y="2962503"/>
                        <a:pt x="526108" y="2719137"/>
                        <a:pt x="531030" y="1572309"/>
                      </a:cubicBezTo>
                      <a:cubicBezTo>
                        <a:pt x="535952" y="284383"/>
                        <a:pt x="1587075" y="56877"/>
                        <a:pt x="1873098" y="18594"/>
                      </a:cubicBezTo>
                      <a:cubicBezTo>
                        <a:pt x="1944194" y="9297"/>
                        <a:pt x="2026227" y="0"/>
                        <a:pt x="2111542" y="0"/>
                      </a:cubicBezTo>
                      <a:lnTo>
                        <a:pt x="2931877" y="0"/>
                      </a:lnTo>
                      <a:cubicBezTo>
                        <a:pt x="2931877" y="0"/>
                        <a:pt x="1884036" y="42657"/>
                        <a:pt x="1672389" y="884868"/>
                      </a:cubicBezTo>
                      <a:lnTo>
                        <a:pt x="1672389" y="883227"/>
                      </a:lnTo>
                      <a:cubicBezTo>
                        <a:pt x="1596372" y="1283004"/>
                        <a:pt x="1563011" y="1686062"/>
                        <a:pt x="1670749" y="2251546"/>
                      </a:cubicBezTo>
                      <a:cubicBezTo>
                        <a:pt x="1890598" y="3084459"/>
                        <a:pt x="2931877" y="3194931"/>
                        <a:pt x="2931877" y="3194931"/>
                      </a:cubicBezTo>
                      <a:cubicBezTo>
                        <a:pt x="2184278" y="3193291"/>
                        <a:pt x="1681687" y="3071881"/>
                        <a:pt x="1681687" y="3071881"/>
                      </a:cubicBezTo>
                      <a:close/>
                      <a:moveTo>
                        <a:pt x="5305926" y="6617915"/>
                      </a:moveTo>
                      <a:lnTo>
                        <a:pt x="3153367" y="6617915"/>
                      </a:lnTo>
                      <a:cubicBezTo>
                        <a:pt x="3153367" y="6617915"/>
                        <a:pt x="3590879" y="6541898"/>
                        <a:pt x="3622599" y="6121340"/>
                      </a:cubicBezTo>
                      <a:lnTo>
                        <a:pt x="3622599" y="497670"/>
                      </a:lnTo>
                      <a:cubicBezTo>
                        <a:pt x="3590879" y="75471"/>
                        <a:pt x="3153367" y="0"/>
                        <a:pt x="3153367" y="0"/>
                      </a:cubicBezTo>
                      <a:lnTo>
                        <a:pt x="5305926" y="0"/>
                      </a:lnTo>
                      <a:cubicBezTo>
                        <a:pt x="5305926" y="0"/>
                        <a:pt x="4852555" y="80393"/>
                        <a:pt x="4844351" y="533765"/>
                      </a:cubicBezTo>
                      <a:lnTo>
                        <a:pt x="4844351" y="6083604"/>
                      </a:lnTo>
                      <a:cubicBezTo>
                        <a:pt x="4852555" y="6536976"/>
                        <a:pt x="5305926" y="6617915"/>
                        <a:pt x="5305926" y="6617915"/>
                      </a:cubicBezTo>
                      <a:close/>
                      <a:moveTo>
                        <a:pt x="8105456" y="6847062"/>
                      </a:moveTo>
                      <a:lnTo>
                        <a:pt x="8105456" y="6848156"/>
                      </a:lnTo>
                      <a:cubicBezTo>
                        <a:pt x="6671510" y="6833937"/>
                        <a:pt x="6704871" y="5468900"/>
                        <a:pt x="6704871" y="5468900"/>
                      </a:cubicBezTo>
                      <a:lnTo>
                        <a:pt x="6704871" y="4343947"/>
                      </a:lnTo>
                      <a:lnTo>
                        <a:pt x="6701589" y="4372385"/>
                      </a:lnTo>
                      <a:cubicBezTo>
                        <a:pt x="6699948" y="3612208"/>
                        <a:pt x="5530698" y="3420797"/>
                        <a:pt x="5530698" y="3420797"/>
                      </a:cubicBezTo>
                      <a:cubicBezTo>
                        <a:pt x="5960554" y="3389624"/>
                        <a:pt x="6684089" y="3489158"/>
                        <a:pt x="6766669" y="3501737"/>
                      </a:cubicBezTo>
                      <a:cubicBezTo>
                        <a:pt x="8068814" y="3681663"/>
                        <a:pt x="7969280" y="4969589"/>
                        <a:pt x="7969280" y="4969589"/>
                      </a:cubicBezTo>
                      <a:lnTo>
                        <a:pt x="7969280" y="6072666"/>
                      </a:lnTo>
                      <a:cubicBezTo>
                        <a:pt x="7969280" y="6145403"/>
                        <a:pt x="7970921" y="6211576"/>
                        <a:pt x="7972562" y="6271734"/>
                      </a:cubicBezTo>
                      <a:cubicBezTo>
                        <a:pt x="8008656" y="6695027"/>
                        <a:pt x="8462575" y="6843781"/>
                        <a:pt x="8462575" y="6843781"/>
                      </a:cubicBezTo>
                      <a:cubicBezTo>
                        <a:pt x="8367416" y="6851438"/>
                        <a:pt x="8196787" y="6851438"/>
                        <a:pt x="8105456" y="6847062"/>
                      </a:cubicBezTo>
                      <a:close/>
                      <a:moveTo>
                        <a:pt x="5530698" y="3194931"/>
                      </a:moveTo>
                      <a:cubicBezTo>
                        <a:pt x="5530698" y="3194931"/>
                        <a:pt x="6571977" y="3084459"/>
                        <a:pt x="6791826" y="2251546"/>
                      </a:cubicBezTo>
                      <a:cubicBezTo>
                        <a:pt x="6899016" y="1686062"/>
                        <a:pt x="6864563" y="1283004"/>
                        <a:pt x="6790185" y="883227"/>
                      </a:cubicBezTo>
                      <a:lnTo>
                        <a:pt x="6790185" y="884868"/>
                      </a:lnTo>
                      <a:cubicBezTo>
                        <a:pt x="6578539" y="42657"/>
                        <a:pt x="5530698" y="0"/>
                        <a:pt x="5530698" y="0"/>
                      </a:cubicBezTo>
                      <a:lnTo>
                        <a:pt x="6351033" y="0"/>
                      </a:lnTo>
                      <a:cubicBezTo>
                        <a:pt x="6434707" y="0"/>
                        <a:pt x="6518381" y="9297"/>
                        <a:pt x="6589477" y="18594"/>
                      </a:cubicBezTo>
                      <a:cubicBezTo>
                        <a:pt x="6875501" y="56877"/>
                        <a:pt x="7926623" y="284383"/>
                        <a:pt x="7931545" y="1572309"/>
                      </a:cubicBezTo>
                      <a:cubicBezTo>
                        <a:pt x="7935920" y="2719137"/>
                        <a:pt x="7189962" y="2962503"/>
                        <a:pt x="6779247" y="3071881"/>
                      </a:cubicBezTo>
                      <a:cubicBezTo>
                        <a:pt x="6779247" y="3071881"/>
                        <a:pt x="6278296" y="3193291"/>
                        <a:pt x="5530698" y="3194931"/>
                      </a:cubicBezTo>
                      <a:close/>
                    </a:path>
                  </a:pathLst>
                </a:custGeom>
                <a:solidFill>
                  <a:srgbClr val="EE334B"/>
                </a:solidFill>
                <a:ln w="5464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2D3C363-0464-0398-FDE6-AFF9393F346F}"/>
                  </a:ext>
                </a:extLst>
              </p:cNvPr>
              <p:cNvGrpSpPr/>
              <p:nvPr/>
            </p:nvGrpSpPr>
            <p:grpSpPr>
              <a:xfrm>
                <a:off x="11047739" y="1548163"/>
                <a:ext cx="574905" cy="4294416"/>
                <a:chOff x="9670418" y="1495076"/>
                <a:chExt cx="574905" cy="4294416"/>
              </a:xfrm>
            </p:grpSpPr>
            <p:pic>
              <p:nvPicPr>
                <p:cNvPr id="1037" name="Picture 1036">
                  <a:extLst>
                    <a:ext uri="{FF2B5EF4-FFF2-40B4-BE49-F238E27FC236}">
                      <a16:creationId xmlns:a16="http://schemas.microsoft.com/office/drawing/2014/main" id="{D0FF43A7-94AE-E9B9-9509-AFD16C5CFF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70418" y="3111373"/>
                  <a:ext cx="574905" cy="607672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8C16E855-9D91-5D64-6BAE-2F5EB906AF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692515" y="1495076"/>
                  <a:ext cx="530711" cy="531529"/>
                </a:xfrm>
                <a:prstGeom prst="rect">
                  <a:avLst/>
                </a:prstGeom>
              </p:spPr>
            </p:pic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F09C41DC-B07F-FC52-CFD6-B7DCACCE98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4">
                  <a:extLst>
                    <a:ext uri="{96DAC541-7B7A-43D3-8B79-37D633B846F1}">
                      <asvg:svgBlip xmlns:asvg="http://schemas.microsoft.com/office/drawing/2016/SVG/main" r:embed="rId6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52224" y="3996611"/>
                  <a:ext cx="411292" cy="431519"/>
                </a:xfrm>
                <a:prstGeom prst="rect">
                  <a:avLst/>
                </a:prstGeom>
              </p:spPr>
            </p:pic>
            <p:pic>
              <p:nvPicPr>
                <p:cNvPr id="205" name="Picture 204">
                  <a:extLst>
                    <a:ext uri="{FF2B5EF4-FFF2-40B4-BE49-F238E27FC236}">
                      <a16:creationId xmlns:a16="http://schemas.microsoft.com/office/drawing/2014/main" id="{A89D4662-E36B-67E6-0068-5E7BBA5E45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49841" y="5435728"/>
                  <a:ext cx="416059" cy="353764"/>
                </a:xfrm>
                <a:prstGeom prst="rect">
                  <a:avLst/>
                </a:prstGeom>
              </p:spPr>
            </p:pic>
            <p:pic>
              <p:nvPicPr>
                <p:cNvPr id="1045" name="Picture 1044">
                  <a:extLst>
                    <a:ext uri="{FF2B5EF4-FFF2-40B4-BE49-F238E27FC236}">
                      <a16:creationId xmlns:a16="http://schemas.microsoft.com/office/drawing/2014/main" id="{BA0A7925-043D-CC4E-311B-5E5873A3A0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86779" y="4705696"/>
                  <a:ext cx="342183" cy="452465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5CDA968B-B2C9-28DA-B0A5-08CE4682AA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93052" y="2304171"/>
                  <a:ext cx="529637" cy="52963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400956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06662C00-F7D2-0046-834B-1A51FBA50526}"/>
              </a:ext>
            </a:extLst>
          </p:cNvPr>
          <p:cNvSpPr/>
          <p:nvPr/>
        </p:nvSpPr>
        <p:spPr>
          <a:xfrm>
            <a:off x="1446611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/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F97F63B7-101B-9342-BE64-5B19DF314BC0}"/>
              </a:ext>
            </a:extLst>
          </p:cNvPr>
          <p:cNvSpPr/>
          <p:nvPr/>
        </p:nvSpPr>
        <p:spPr>
          <a:xfrm>
            <a:off x="8737600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8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>
              <a:solidFill>
                <a:schemeClr val="accent1"/>
              </a:solidFill>
            </a:endParaRPr>
          </a:p>
        </p:txBody>
      </p:sp>
      <p:sp>
        <p:nvSpPr>
          <p:cNvPr id="28" name="CuadroTexto 395">
            <a:extLst>
              <a:ext uri="{FF2B5EF4-FFF2-40B4-BE49-F238E27FC236}">
                <a16:creationId xmlns:a16="http://schemas.microsoft.com/office/drawing/2014/main" id="{1CD4C3E4-FA70-E545-95D1-92EA24AE63FC}"/>
              </a:ext>
            </a:extLst>
          </p:cNvPr>
          <p:cNvSpPr txBox="1"/>
          <p:nvPr/>
        </p:nvSpPr>
        <p:spPr>
          <a:xfrm>
            <a:off x="2309441" y="5163788"/>
            <a:ext cx="3004289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latin typeface="Sohne"/>
              </a:rPr>
              <a:t>CORPORATE OFFICE</a:t>
            </a:r>
          </a:p>
        </p:txBody>
      </p:sp>
      <p:sp>
        <p:nvSpPr>
          <p:cNvPr id="26" name="Forma libre 25">
            <a:extLst>
              <a:ext uri="{FF2B5EF4-FFF2-40B4-BE49-F238E27FC236}">
                <a16:creationId xmlns:a16="http://schemas.microsoft.com/office/drawing/2014/main" id="{4CFAA2E1-ED4C-B946-BE05-146A59DDECDC}"/>
              </a:ext>
            </a:extLst>
          </p:cNvPr>
          <p:cNvSpPr/>
          <p:nvPr/>
        </p:nvSpPr>
        <p:spPr>
          <a:xfrm>
            <a:off x="5353770" y="3258981"/>
            <a:ext cx="6623623" cy="5702463"/>
          </a:xfrm>
          <a:custGeom>
            <a:avLst/>
            <a:gdLst>
              <a:gd name="connsiteX0" fmla="*/ 3081464 w 4400550"/>
              <a:gd name="connsiteY0" fmla="*/ 5276088 h 5276850"/>
              <a:gd name="connsiteX1" fmla="*/ 1324801 w 4400550"/>
              <a:gd name="connsiteY1" fmla="*/ 5276088 h 5276850"/>
              <a:gd name="connsiteX2" fmla="*/ 1211961 w 4400550"/>
              <a:gd name="connsiteY2" fmla="*/ 4335463 h 5276850"/>
              <a:gd name="connsiteX3" fmla="*/ 3175 w 4400550"/>
              <a:gd name="connsiteY3" fmla="*/ 3175 h 5276850"/>
              <a:gd name="connsiteX4" fmla="*/ 4403090 w 4400550"/>
              <a:gd name="connsiteY4" fmla="*/ 3175 h 5276850"/>
              <a:gd name="connsiteX5" fmla="*/ 3213354 w 4400550"/>
              <a:gd name="connsiteY5" fmla="*/ 4186555 h 5276850"/>
              <a:gd name="connsiteX6" fmla="*/ 3081464 w 4400550"/>
              <a:gd name="connsiteY6" fmla="*/ 5276088 h 527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0550" h="5276850">
                <a:moveTo>
                  <a:pt x="3081464" y="5276088"/>
                </a:moveTo>
                <a:lnTo>
                  <a:pt x="1324801" y="5276088"/>
                </a:lnTo>
                <a:cubicBezTo>
                  <a:pt x="1296183" y="4971288"/>
                  <a:pt x="1258570" y="4657747"/>
                  <a:pt x="1211961" y="4335463"/>
                </a:cubicBezTo>
                <a:cubicBezTo>
                  <a:pt x="958533" y="2604580"/>
                  <a:pt x="491236" y="1154875"/>
                  <a:pt x="3175" y="3175"/>
                </a:cubicBezTo>
                <a:lnTo>
                  <a:pt x="4403090" y="3175"/>
                </a:lnTo>
                <a:cubicBezTo>
                  <a:pt x="3934968" y="1094042"/>
                  <a:pt x="3471037" y="2495042"/>
                  <a:pt x="3213354" y="4186555"/>
                </a:cubicBezTo>
                <a:cubicBezTo>
                  <a:pt x="3156204" y="4561967"/>
                  <a:pt x="3113088" y="4925632"/>
                  <a:pt x="3081464" y="527608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 dirty="0"/>
          </a:p>
        </p:txBody>
      </p:sp>
      <p:sp>
        <p:nvSpPr>
          <p:cNvPr id="32" name="Forma libre 31">
            <a:extLst>
              <a:ext uri="{FF2B5EF4-FFF2-40B4-BE49-F238E27FC236}">
                <a16:creationId xmlns:a16="http://schemas.microsoft.com/office/drawing/2014/main" id="{3480578E-737F-314D-A081-EFBEF1CCC597}"/>
              </a:ext>
            </a:extLst>
          </p:cNvPr>
          <p:cNvSpPr/>
          <p:nvPr/>
        </p:nvSpPr>
        <p:spPr>
          <a:xfrm>
            <a:off x="5353770" y="2661838"/>
            <a:ext cx="6623623" cy="1200880"/>
          </a:xfrm>
          <a:custGeom>
            <a:avLst/>
            <a:gdLst>
              <a:gd name="connsiteX0" fmla="*/ 4403090 w 4400550"/>
              <a:gd name="connsiteY0" fmla="*/ 555752 h 1111250"/>
              <a:gd name="connsiteX1" fmla="*/ 2203132 w 4400550"/>
              <a:gd name="connsiteY1" fmla="*/ 1108329 h 1111250"/>
              <a:gd name="connsiteX2" fmla="*/ 3175 w 4400550"/>
              <a:gd name="connsiteY2" fmla="*/ 555752 h 1111250"/>
              <a:gd name="connsiteX3" fmla="*/ 2203132 w 4400550"/>
              <a:gd name="connsiteY3" fmla="*/ 3175 h 1111250"/>
              <a:gd name="connsiteX4" fmla="*/ 4403090 w 4400550"/>
              <a:gd name="connsiteY4" fmla="*/ 555752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0550" h="1111250">
                <a:moveTo>
                  <a:pt x="4403090" y="555752"/>
                </a:moveTo>
                <a:cubicBezTo>
                  <a:pt x="4403090" y="860932"/>
                  <a:pt x="3418135" y="1108329"/>
                  <a:pt x="2203132" y="1108329"/>
                </a:cubicBezTo>
                <a:cubicBezTo>
                  <a:pt x="988129" y="1108329"/>
                  <a:pt x="3175" y="860932"/>
                  <a:pt x="3175" y="555752"/>
                </a:cubicBezTo>
                <a:cubicBezTo>
                  <a:pt x="3175" y="250572"/>
                  <a:pt x="988129" y="3175"/>
                  <a:pt x="2203132" y="3175"/>
                </a:cubicBezTo>
                <a:cubicBezTo>
                  <a:pt x="3418135" y="3175"/>
                  <a:pt x="4403090" y="250572"/>
                  <a:pt x="4403090" y="555752"/>
                </a:cubicBezTo>
                <a:close/>
              </a:path>
            </a:pathLst>
          </a:custGeom>
          <a:solidFill>
            <a:srgbClr val="E5E5E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3" name="Forma libre 32">
            <a:extLst>
              <a:ext uri="{FF2B5EF4-FFF2-40B4-BE49-F238E27FC236}">
                <a16:creationId xmlns:a16="http://schemas.microsoft.com/office/drawing/2014/main" id="{85763442-B656-9544-ABB1-96536521D9D0}"/>
              </a:ext>
            </a:extLst>
          </p:cNvPr>
          <p:cNvSpPr/>
          <p:nvPr/>
        </p:nvSpPr>
        <p:spPr>
          <a:xfrm>
            <a:off x="7338672" y="8667661"/>
            <a:ext cx="2653817" cy="587566"/>
          </a:xfrm>
          <a:custGeom>
            <a:avLst/>
            <a:gdLst>
              <a:gd name="connsiteX0" fmla="*/ 1759839 w 1758950"/>
              <a:gd name="connsiteY0" fmla="*/ 223838 h 444500"/>
              <a:gd name="connsiteX1" fmla="*/ 881507 w 1758950"/>
              <a:gd name="connsiteY1" fmla="*/ 444500 h 444500"/>
              <a:gd name="connsiteX2" fmla="*/ 3175 w 1758950"/>
              <a:gd name="connsiteY2" fmla="*/ 223838 h 444500"/>
              <a:gd name="connsiteX3" fmla="*/ 881507 w 1758950"/>
              <a:gd name="connsiteY3" fmla="*/ 3175 h 444500"/>
              <a:gd name="connsiteX4" fmla="*/ 1759839 w 1758950"/>
              <a:gd name="connsiteY4" fmla="*/ 223838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444500">
                <a:moveTo>
                  <a:pt x="1759839" y="223838"/>
                </a:moveTo>
                <a:cubicBezTo>
                  <a:pt x="1759839" y="345706"/>
                  <a:pt x="1366596" y="444500"/>
                  <a:pt x="881507" y="444500"/>
                </a:cubicBezTo>
                <a:cubicBezTo>
                  <a:pt x="396417" y="444500"/>
                  <a:pt x="3175" y="345706"/>
                  <a:pt x="3175" y="223838"/>
                </a:cubicBezTo>
                <a:cubicBezTo>
                  <a:pt x="3175" y="101969"/>
                  <a:pt x="396417" y="3175"/>
                  <a:pt x="881507" y="3175"/>
                </a:cubicBezTo>
                <a:cubicBezTo>
                  <a:pt x="1366596" y="3175"/>
                  <a:pt x="1759839" y="101969"/>
                  <a:pt x="1759839" y="22383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4" name="Rectangle 140">
            <a:extLst>
              <a:ext uri="{FF2B5EF4-FFF2-40B4-BE49-F238E27FC236}">
                <a16:creationId xmlns:a16="http://schemas.microsoft.com/office/drawing/2014/main" id="{84E693B6-F68F-4644-A580-FE8945B2744D}"/>
              </a:ext>
            </a:extLst>
          </p:cNvPr>
          <p:cNvSpPr/>
          <p:nvPr/>
        </p:nvSpPr>
        <p:spPr>
          <a:xfrm>
            <a:off x="11348114" y="7562858"/>
            <a:ext cx="4022497" cy="442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76" b="1" dirty="0">
                <a:solidFill>
                  <a:srgbClr val="0081E2"/>
                </a:solidFill>
                <a:latin typeface="Soh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Email:- info@lumbinielite.com</a:t>
            </a:r>
            <a:r>
              <a:rPr lang="en-US" sz="2276" b="1" dirty="0">
                <a:solidFill>
                  <a:srgbClr val="0081E2"/>
                </a:solidFill>
                <a:latin typeface="Sohne"/>
              </a:rPr>
              <a:t> </a:t>
            </a:r>
          </a:p>
        </p:txBody>
      </p:sp>
      <p:sp>
        <p:nvSpPr>
          <p:cNvPr id="43" name="CuadroTexto 350">
            <a:extLst>
              <a:ext uri="{FF2B5EF4-FFF2-40B4-BE49-F238E27FC236}">
                <a16:creationId xmlns:a16="http://schemas.microsoft.com/office/drawing/2014/main" id="{69258600-3C82-3540-9B99-EA96F0FDD3F7}"/>
              </a:ext>
            </a:extLst>
          </p:cNvPr>
          <p:cNvSpPr txBox="1"/>
          <p:nvPr/>
        </p:nvSpPr>
        <p:spPr>
          <a:xfrm>
            <a:off x="4479261" y="726891"/>
            <a:ext cx="8420895" cy="967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b="1" dirty="0">
                <a:latin typeface="Poppins SemiBold" pitchFamily="2" charset="77"/>
                <a:ea typeface="Roboto Medium" panose="02000000000000000000" pitchFamily="2" charset="0"/>
                <a:cs typeface="Poppins SemiBold" pitchFamily="2" charset="77"/>
              </a:rPr>
              <a:t>GET IN TOUCH WITH 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9C3A64-F860-FE80-0C40-F478DAF2C40D}"/>
              </a:ext>
            </a:extLst>
          </p:cNvPr>
          <p:cNvGrpSpPr/>
          <p:nvPr/>
        </p:nvGrpSpPr>
        <p:grpSpPr>
          <a:xfrm>
            <a:off x="8210749" y="1896581"/>
            <a:ext cx="1034391" cy="134171"/>
            <a:chOff x="10390909" y="2667045"/>
            <a:chExt cx="1922607" cy="2493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FDA0DEB-1035-21E9-44B8-09221767FBE5}"/>
                </a:ext>
              </a:extLst>
            </p:cNvPr>
            <p:cNvSpPr/>
            <p:nvPr/>
          </p:nvSpPr>
          <p:spPr>
            <a:xfrm>
              <a:off x="10390909" y="2667045"/>
              <a:ext cx="249382" cy="2493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058838-1466-47EE-7D2B-35A286131989}"/>
                </a:ext>
              </a:extLst>
            </p:cNvPr>
            <p:cNvSpPr/>
            <p:nvPr/>
          </p:nvSpPr>
          <p:spPr>
            <a:xfrm>
              <a:off x="10948122" y="2667045"/>
              <a:ext cx="249382" cy="2493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F0A38DF-B258-2E51-8A34-1D9F1D6DFE99}"/>
                </a:ext>
              </a:extLst>
            </p:cNvPr>
            <p:cNvSpPr/>
            <p:nvPr/>
          </p:nvSpPr>
          <p:spPr>
            <a:xfrm>
              <a:off x="11505335" y="2667045"/>
              <a:ext cx="249382" cy="2493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0EDC04-B15E-329A-75A4-CC27B636D268}"/>
                </a:ext>
              </a:extLst>
            </p:cNvPr>
            <p:cNvSpPr/>
            <p:nvPr/>
          </p:nvSpPr>
          <p:spPr>
            <a:xfrm>
              <a:off x="12064134" y="2667045"/>
              <a:ext cx="249382" cy="2493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0A338A-CB23-A435-FD02-178056B7C6A6}"/>
              </a:ext>
            </a:extLst>
          </p:cNvPr>
          <p:cNvSpPr txBox="1"/>
          <p:nvPr/>
        </p:nvSpPr>
        <p:spPr>
          <a:xfrm>
            <a:off x="2269399" y="5584988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76" dirty="0">
                <a:solidFill>
                  <a:srgbClr val="2D4050"/>
                </a:solidFill>
                <a:latin typeface="Sohne"/>
              </a:rPr>
              <a:t> #7, SJR Eternity, Phase 1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Kodigehalli Road, Hoodi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Bangalore, Karnataka, India.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Pincode-560048</a:t>
            </a:r>
            <a:endParaRPr lang="en-IN" sz="2276" dirty="0">
              <a:latin typeface="Sohne"/>
            </a:endParaRPr>
          </a:p>
        </p:txBody>
      </p:sp>
      <p:sp>
        <p:nvSpPr>
          <p:cNvPr id="9" name="CuadroTexto 395">
            <a:extLst>
              <a:ext uri="{FF2B5EF4-FFF2-40B4-BE49-F238E27FC236}">
                <a16:creationId xmlns:a16="http://schemas.microsoft.com/office/drawing/2014/main" id="{A4761B99-10CE-63E1-8FBE-C743E87ECC56}"/>
              </a:ext>
            </a:extLst>
          </p:cNvPr>
          <p:cNvSpPr txBox="1"/>
          <p:nvPr/>
        </p:nvSpPr>
        <p:spPr>
          <a:xfrm>
            <a:off x="12262038" y="5163788"/>
            <a:ext cx="3472252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solidFill>
                  <a:schemeClr val="bg1"/>
                </a:solidFill>
                <a:latin typeface="calibri" panose="020F0502020204030204" pitchFamily="34" charset="0"/>
              </a:rPr>
              <a:t>DEVELOPMENT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5744F-F4D8-B3D6-0BF6-1211EA07DED8}"/>
              </a:ext>
            </a:extLst>
          </p:cNvPr>
          <p:cNvSpPr txBox="1"/>
          <p:nvPr/>
        </p:nvSpPr>
        <p:spPr>
          <a:xfrm>
            <a:off x="11009890" y="5584987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76" dirty="0">
                <a:solidFill>
                  <a:schemeClr val="bg1"/>
                </a:solidFill>
                <a:latin typeface="Sohne"/>
              </a:rPr>
              <a:t>1102 &amp; 1103, 1st Floor, A - Block,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Ardente Office One, Hoodi,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Bangalore, Karnataka, India.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Pincode-560048</a:t>
            </a:r>
            <a:endParaRPr lang="en-IN" sz="2276" dirty="0">
              <a:solidFill>
                <a:schemeClr val="bg1"/>
              </a:solidFill>
              <a:latin typeface="Sohn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BEB8C-66E2-03B6-8709-02DF05F68B90}"/>
              </a:ext>
            </a:extLst>
          </p:cNvPr>
          <p:cNvSpPr txBox="1"/>
          <p:nvPr/>
        </p:nvSpPr>
        <p:spPr>
          <a:xfrm>
            <a:off x="2340023" y="7604411"/>
            <a:ext cx="8669867" cy="442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76" b="1" dirty="0">
                <a:solidFill>
                  <a:srgbClr val="0081E2"/>
                </a:solidFill>
                <a:latin typeface="So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www.lumbinielite.com</a:t>
            </a:r>
            <a:endParaRPr lang="en-US" sz="2276" b="1" dirty="0">
              <a:solidFill>
                <a:srgbClr val="0081E2"/>
              </a:solidFill>
              <a:latin typeface="Sohn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32599-7DF0-79B7-6121-8F64EA11169B}"/>
              </a:ext>
            </a:extLst>
          </p:cNvPr>
          <p:cNvSpPr txBox="1"/>
          <p:nvPr/>
        </p:nvSpPr>
        <p:spPr>
          <a:xfrm>
            <a:off x="7470722" y="4793222"/>
            <a:ext cx="2392065" cy="1843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Thank</a:t>
            </a:r>
          </a:p>
          <a:p>
            <a:pPr algn="ctr"/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2100036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7" name="Group 16">
            <a:extLst>
              <a:ext uri="{FF2B5EF4-FFF2-40B4-BE49-F238E27FC236}">
                <a16:creationId xmlns:a16="http://schemas.microsoft.com/office/drawing/2014/main" id="{CB437CCD-FAD7-4D67-3447-794710AC5A2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D9F167-521B-1BB0-5843-1D10DA03DD64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C6203DC5-C723-D0B5-1A2F-55AFA1BF7E01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5ABF-F4D0-4C9D-D9D7-AF3D23C4C5BA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"/>
            <a:ext cx="143012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From Sustainable Material Innovation to Industrialization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298448"/>
            <a:ext cx="149595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Connecting engineering, manufacturing, quality and lifecycle data across the high-voltage product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1106424" y="1783080"/>
            <a:ext cx="15261336" cy="365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HIGH-VOLTAGE SUSTAINABILITY DIGITAL THREAD  |  UNIFIED END-TO-END DATA CONTINUITY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6424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6424" y="2286000"/>
            <a:ext cx="2048256" cy="7498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01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MATERIAL /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Alternative material evaluation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Material properties &amp; sustainability attributes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AI-assisted discovery &amp; decision support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82112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10128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10128" y="2286000"/>
            <a:ext cx="2048256" cy="749808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02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9856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CAD / BOM integration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Engineering Change Management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Product configuration &amp; release control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85816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13832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13832" y="2286000"/>
            <a:ext cx="2048256" cy="7498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03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SUPPLIER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Material traceability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Supplier qualification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Sustainability attributes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589519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17536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17536" y="2286000"/>
            <a:ext cx="2048256" cy="749808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04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MANUFACTURING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7264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Elitia MES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Process monitoring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Digital work instructions &amp; traceability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793224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1240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21240" y="2286000"/>
            <a:ext cx="2048256" cy="7498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05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QUALITY &amp; 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Quality gates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Vision AI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Test-result correlation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1996928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2124944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124944" y="2286000"/>
            <a:ext cx="2048256" cy="749808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06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FIELD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4672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SCADA / IoT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Asset monitoring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Predictive APM / RUL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4200632" y="25603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4328648" y="2286000"/>
            <a:ext cx="2048256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4328648" y="2286000"/>
            <a:ext cx="2048256" cy="7498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C8E1FF"/>
                </a:solidFill>
                <a:latin typeface="Arial"/>
              </a:defRPr>
            </a:pPr>
            <a:r>
              <a:t>STAGE 07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38376" y="3154680"/>
            <a:ext cx="1828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Maintenance intelligence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Reuse / refurbishment data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End-of-life / lifecycle analytics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6424" y="6903720"/>
            <a:ext cx="15261336" cy="17830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BA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6424" y="6903720"/>
            <a:ext cx="109728" cy="1783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7068312"/>
            <a:ext cx="14767559" cy="1453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066B4"/>
                </a:solidFill>
                <a:latin typeface="Arial"/>
              </a:defRPr>
            </a:pPr>
            <a:r>
              <a:t>THE INDUSTRIAL SUSTAINABILITY DIGITAL THREAD</a:t>
            </a:r>
          </a:p>
          <a:p>
            <a:pPr>
              <a:spcAft>
                <a:spcPts val="800"/>
              </a:spcAft>
              <a:defRPr sz="1350" b="1">
                <a:solidFill>
                  <a:srgbClr val="141E2D"/>
                </a:solidFill>
                <a:latin typeface="Segoe UI"/>
              </a:defRPr>
            </a:pPr>
            <a:r>
              <a:t>“Elitia provides the digital thread that connects sustainable product decisions with engineering validation, manufacturing execution and lifecycle performance.”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High-Voltage Rigor: Designed specifically to validate alternative dielectric fluids, sustainable insulation materials, and circular metallurgy without compromising electrical insulation, thermal limits, pressure boundaries, or 30–40 year utility lifespan.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5 of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7" name="Group 16">
            <a:extLst>
              <a:ext uri="{FF2B5EF4-FFF2-40B4-BE49-F238E27FC236}">
                <a16:creationId xmlns:a16="http://schemas.microsoft.com/office/drawing/2014/main" id="{CB437CCD-FAD7-4D67-3447-794710AC5A2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D9F167-521B-1BB0-5843-1D10DA03DD64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C6203DC5-C723-D0B5-1A2F-55AFA1BF7E01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5ABF-F4D0-4C9D-D9D7-AF3D23C4C5BA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"/>
            <a:ext cx="143012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AI-Enabled Material, Engineering &amp; Manufacturing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298448"/>
            <a:ext cx="149595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Turning engineering and operational data into evidence-based sustainability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1106424" y="1874519"/>
            <a:ext cx="443484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CONNECTED DATA DOMAINS (INPUTS)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6424" y="2313432"/>
            <a:ext cx="44348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3584" y="2386584"/>
            <a:ext cx="41605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30613"/>
                </a:solidFill>
                <a:latin typeface="Arial"/>
              </a:defRPr>
            </a:pPr>
            <a:r>
              <a:t>1. ENGINEERING DATA</a:t>
            </a:r>
          </a:p>
          <a:p>
            <a:pPr>
              <a:spcAft>
                <a:spcPts val="2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CAD | BOM | Specifications | ECO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Captures native 3D geometry, component hierarchies, tolerance limits, and approved design revisions.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6424" y="3273552"/>
            <a:ext cx="44348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3584" y="3346704"/>
            <a:ext cx="41605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30613"/>
                </a:solidFill>
                <a:latin typeface="Arial"/>
              </a:defRPr>
            </a:pPr>
            <a:r>
              <a:t>2. MATERIAL DATA</a:t>
            </a:r>
          </a:p>
          <a:p>
            <a:pPr>
              <a:spcAft>
                <a:spcPts val="2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Material Properties | Compliance | Environmental Attributes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Standardizes dielectric ratings, conductivity, flammability classes, RoHS/REACH compliance &amp; embodied CO2.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6424" y="4233672"/>
            <a:ext cx="44348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3584" y="4306824"/>
            <a:ext cx="41605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30613"/>
                </a:solidFill>
                <a:latin typeface="Arial"/>
              </a:defRPr>
            </a:pPr>
            <a:r>
              <a:t>3. SUPPLIER DATA</a:t>
            </a:r>
          </a:p>
          <a:p>
            <a:pPr>
              <a:spcAft>
                <a:spcPts val="2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Supplier Qualification | Source | Sustainability Data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Tracks supplier ESG scoring, Tier-1/2 provenance, transport footprint, and batch material certificates.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6424" y="5193792"/>
            <a:ext cx="44348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43584" y="5266944"/>
            <a:ext cx="41605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30613"/>
                </a:solidFill>
                <a:latin typeface="Arial"/>
              </a:defRPr>
            </a:pPr>
            <a:r>
              <a:t>4. MANUFACTURING DATA</a:t>
            </a:r>
          </a:p>
          <a:p>
            <a:pPr>
              <a:spcAft>
                <a:spcPts val="2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MES | Process Parameters | Quality | Traceability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Streams real-time curing temperatures, winding tension, resin impregnation metrics &amp; serial genealogy.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6424" y="6153912"/>
            <a:ext cx="44348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3584" y="6227064"/>
            <a:ext cx="41605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30613"/>
                </a:solidFill>
                <a:latin typeface="Arial"/>
              </a:defRPr>
            </a:pPr>
            <a:r>
              <a:t>5. FIELD / ASSET DATA</a:t>
            </a:r>
          </a:p>
          <a:p>
            <a:pPr>
              <a:spcAft>
                <a:spcPts val="2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SCADA | Sensors | APM | Maintenance | Failure History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Collects transformer acoustic/thermal logs, DGA oil telemetry, breaker cycles &amp; partial discharge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1874519"/>
            <a:ext cx="5897880" cy="51663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A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1874519"/>
            <a:ext cx="589788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CENTRAL INTELLIGENCE &amp; ORCHESTRATION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377439"/>
            <a:ext cx="54406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41E2D"/>
                </a:solidFill>
                <a:latin typeface="Arial"/>
              </a:defRPr>
            </a:pPr>
            <a:r>
              <a:t>Elitia Intelligence Layer</a:t>
            </a:r>
          </a:p>
          <a:p>
            <a:pPr>
              <a:spcAft>
                <a:spcPts val="800"/>
              </a:spcAft>
              <a:defRPr sz="1200" b="1">
                <a:solidFill>
                  <a:srgbClr val="E30613"/>
                </a:solidFill>
                <a:latin typeface="Arial"/>
              </a:defRPr>
            </a:pPr>
            <a:r>
              <a:t>AI-assisted material discovery and qualification orchestration</a:t>
            </a:r>
          </a:p>
          <a:p>
            <a:pPr>
              <a:spcAft>
                <a:spcPts val="1400"/>
              </a:spcAft>
              <a:defRPr sz="1100" i="1">
                <a:solidFill>
                  <a:srgbClr val="141E2D"/>
                </a:solidFill>
                <a:latin typeface="Calibri"/>
              </a:defRPr>
            </a:pPr>
            <a:r>
              <a:t>“Elitia can provide the data, integration and analytics layer connecting material databases, engineering systems, test results and manufacturing evidence to support sustainable product innovation.”</a:t>
            </a:r>
          </a:p>
          <a:p>
            <a:pPr>
              <a:spcAft>
                <a:spcPts val="400"/>
              </a:spcAft>
              <a:defRPr sz="1050" b="1">
                <a:solidFill>
                  <a:srgbClr val="0066B4"/>
                </a:solidFill>
                <a:latin typeface="Arial"/>
              </a:defRPr>
            </a:pPr>
            <a:r>
              <a:t>CORE ARCHITECTURAL CAPABILITIES: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Multi-Domain Semantic Fusion: Ingests CAD, BOM, MES, test benches, and sensor feeds into a unified graph schema.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Physics &amp; Constraints Validation: Cross-verifies candidate materials against dielectric margins, thermal boundaries &amp; mechanical stress.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Qualification Workflow Orchestration: Automates the progression of new formulations from virtual simulation to shop-floor pilot.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Continuous Feedback Reconciliation: Closes the loop between post-qualification field performance and upstream design models.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32920" y="1874519"/>
            <a:ext cx="443484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AI &amp; ANALYTICS USE CASES (OUTCOMES)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932920" y="2313432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70080" y="2359151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Alternative Material Decision Support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Ranks sustainable substitutes based on electrical, thermal &amp; cost KPIs.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932920" y="2990087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70080" y="3035807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Process Optimization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Calibrates curing and winding parameters for lower energy and cycle time.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932920" y="3666744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70080" y="371246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Defect Prediction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Anticipates micro-voids and insulation cracks using inline machine telemetry.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32920" y="4343400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0" y="4389120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Quality Correlation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Correlates batch test results directly with raw material supplier properties.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932920" y="5020056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80" y="5065776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Asset Performance Prediction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Models Remaining Useful Life (RUL) under actual grid harmonic loads.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932920" y="5696712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070080" y="5742432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Sustainability KPI Analytics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Tracks real-time Scope 1-3 carbon, scrap rates &amp; circularity index.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932920" y="6373367"/>
            <a:ext cx="4434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80" y="6419087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0613"/>
                </a:solidFill>
                <a:latin typeface="Arial"/>
              </a:defRPr>
            </a:pPr>
            <a:r>
              <a:t>Lifecycle Decision Support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Identifies components suitable for second-life reuse vs. refurbishment.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559552" y="4297680"/>
            <a:ext cx="164592" cy="320040"/>
          </a:xfrm>
          <a:prstGeom prst="rightArrow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11686032" y="4297680"/>
            <a:ext cx="164592" cy="320040"/>
          </a:xfrm>
          <a:prstGeom prst="rightArrow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06424" y="7178040"/>
            <a:ext cx="7452360" cy="150876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BA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80160" y="7287768"/>
            <a:ext cx="708660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B4"/>
                </a:solidFill>
                <a:latin typeface="Arial"/>
              </a:defRPr>
            </a:pPr>
            <a:r>
              <a:t>SUSTAINABILITY KPI TARGETS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Material Footprint: Quantified reduction in embodied carbon, virgin resins &amp; scarce alloys.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Energy / Process Efficiency: Reduced curing oven cycle times &amp; shop-floor heating kilowatt-hours.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Scrap &amp; Yield Optimization: Early visual AI gating securing near-zero high-value winding scrap.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Reuse &amp; Circularity Potential: Standardized product passports ready for second-life redeployment.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15400" y="7178040"/>
            <a:ext cx="7452360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7287768"/>
            <a:ext cx="708660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30613"/>
                </a:solidFill>
                <a:latin typeface="Arial"/>
              </a:defRPr>
            </a:pPr>
            <a:r>
              <a:t>TECHNICAL VALIDATION RIGOR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Electrical Performance: Dielectric breakdown strength, insulation resistance &amp; partial discharge limits.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Thermal Endurance: Continuous heat dissipation ratings, glass transition temp &amp; hot-spot limits.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Pressure &amp; Mechanical Integrity: High burst-pressure safety factors, tensile strength &amp; vibration limits.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Product Lifetime: Accelerated aging models validating 30–40 year utility service life and low flammability.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6 of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7" name="Group 16">
            <a:extLst>
              <a:ext uri="{FF2B5EF4-FFF2-40B4-BE49-F238E27FC236}">
                <a16:creationId xmlns:a16="http://schemas.microsoft.com/office/drawing/2014/main" id="{CB437CCD-FAD7-4D67-3447-794710AC5A2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D9F167-521B-1BB0-5843-1D10DA03DD64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C6203DC5-C723-D0B5-1A2F-55AFA1BF7E01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5ABF-F4D0-4C9D-D9D7-AF3D23C4C5BA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"/>
            <a:ext cx="143012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Co-Innovation Pathway for Sustainable High-Voltage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298448"/>
            <a:ext cx="149595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From challenge identification to validated industrial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1106424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3584" y="2011679"/>
            <a:ext cx="2139696" cy="3657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01 — IDENTIFY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Select a high-impact material, process or lifecycle sustainability opportunity.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547872" y="21031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75887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13048" y="2011679"/>
            <a:ext cx="2139696" cy="3657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02 — 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Integrate engineering, material, supplier, manufacturing and asset data.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17336" y="21031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45352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82512" y="2011679"/>
            <a:ext cx="2139696" cy="3657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03 —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Apply analytics / AI to evaluate alternatives and identify candidate solutions.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686800" y="21031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14816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51976" y="2011679"/>
            <a:ext cx="2139696" cy="365760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 — 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Connect simulations, laboratory/test results and manufacturing quality evidence.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256264" y="21031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384280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521440" y="2011679"/>
            <a:ext cx="2139696" cy="365760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05 — PILOT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Run a controlled manufacturing or customer test-case with traceability and measurable KPIs.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3825728" y="2103120"/>
            <a:ext cx="100584" cy="18288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953744" y="1874519"/>
            <a:ext cx="24140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4090904" y="2011679"/>
            <a:ext cx="2139696" cy="365760"/>
          </a:xfrm>
          <a:prstGeom prst="round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06 — INDUSTRIALIZE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90904" y="2468879"/>
            <a:ext cx="213969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Integrate with PLM, MES, ERP and enterprise architecture and scale across product families/sites.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6424" y="4343400"/>
            <a:ext cx="9692640" cy="29718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BA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06424" y="4343400"/>
            <a:ext cx="9692640" cy="3657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FLEXIBLE CO-INNOVATION ENGAGEMENT MODELS (CONSISTENT WITH LUMBINI SUITE)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89304" y="4846320"/>
            <a:ext cx="2971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26463" y="4956048"/>
            <a:ext cx="2697480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Arial"/>
              </a:defRPr>
            </a:pPr>
            <a:r>
              <a:t>PRODUCT / PLATFORM</a:t>
            </a:r>
          </a:p>
          <a:p>
            <a:pPr>
              <a:spcAft>
                <a:spcPts val="6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Elitia Modular Software Capabilities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Modular licensing of proprietary Elitia MES, APM, DGS &amp; BI engines.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Pre-configured REST/MQTT APIs for seamless SAP ERP &amp; Siemens PLM sync.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Rapid deployment of digital thread and traceability templates.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43984" y="4846320"/>
            <a:ext cx="2971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1144" y="4956048"/>
            <a:ext cx="2697480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Arial"/>
              </a:defRPr>
            </a:pPr>
            <a:r>
              <a:t>CO-DEVELOPMENT</a:t>
            </a:r>
          </a:p>
          <a:p>
            <a:pPr>
              <a:spcAft>
                <a:spcPts val="6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Joint Engineering &amp; Solution Development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Dedicated engineering squads co-authoring specialized test connectors.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Shared IP &amp; codebase ownership for custom high-voltage analytical algorithms.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Agile co-innovation cycles aligned directly with local &amp; global R&amp;D sprints.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98664" y="4846320"/>
            <a:ext cx="2971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35824" y="4956048"/>
            <a:ext cx="2697480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Arial"/>
              </a:defRPr>
            </a:pPr>
            <a:r>
              <a:t>EXPERT AUGMENTATION</a:t>
            </a:r>
          </a:p>
          <a:p>
            <a:pPr>
              <a:spcAft>
                <a:spcPts val="600"/>
              </a:spcAft>
              <a:defRPr sz="950" b="1">
                <a:solidFill>
                  <a:srgbClr val="0066B4"/>
                </a:solidFill>
                <a:latin typeface="Calibri"/>
              </a:defRPr>
            </a:pPr>
            <a:r>
              <a:t>Utility, Manufacturing &amp; Data Specialists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On-demand squads of power electronics, utility and material data experts.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Rapid scale-up within 2-4 weeks to accelerate validation milestones.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 Embedded specialists bridging laboratory testing with shop-floor operations.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064240" y="4343400"/>
            <a:ext cx="5303520" cy="2971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064240" y="4343400"/>
            <a:ext cx="5303520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POTENTIAL CO-INNOVATION &amp; PILOT FOCUS AREAS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19" y="4800600"/>
            <a:ext cx="4937759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i="1">
                <a:solidFill>
                  <a:srgbClr val="64748B"/>
                </a:solidFill>
                <a:latin typeface="Calibri"/>
              </a:defRPr>
            </a:pPr>
            <a:r>
              <a:t>Candidate domains for joint proof-of-value validation: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High-voltage cooling systems (alternative fluids, coatings &amp; thermal simulations)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Sustainable material alternatives (bio-based resins, low-carbon conductors)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Manufacturing process optimization (curing oven energy, winding tension yield)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Product traceability (cradle-to-grave digital component passports)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Engineering-to-shop-floor digital thread (automated CAD/BOM-to-MES routing)</a:t>
            </a:r>
          </a:p>
          <a:p>
            <a:pPr>
              <a:spcAft>
                <a:spcPts val="300"/>
              </a:spcAft>
              <a:defRPr sz="950">
                <a:solidFill>
                  <a:srgbClr val="141E2D"/>
                </a:solidFill>
                <a:latin typeface="Calibri"/>
              </a:defRPr>
            </a:pPr>
            <a:r>
              <a:t>✔  Lifecycle / reuse intelligence (refurbishment assessment &amp; second-life grading)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06424" y="7498079"/>
            <a:ext cx="15261336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6424" y="7498079"/>
            <a:ext cx="109728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7607807"/>
            <a:ext cx="14767559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30613"/>
                </a:solidFill>
                <a:latin typeface="Arial"/>
              </a:defRPr>
            </a:pPr>
            <a:r>
              <a:t>CORE CO-INNOVATION OBJECTIVE</a:t>
            </a:r>
          </a:p>
          <a:p>
            <a:pPr>
              <a:spcAft>
                <a:spcPts val="2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“Objective: reduce the time and uncertainty between a sustainable product idea and a technically validated, manufacturable and scalable solution.”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De-risking industrial scale-up: Combining digital simulation, shop-floor sensor telemetry, and automated quality gating to achieve first-time-right manufacturing without impacting production line commitments.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69312" y="8997696"/>
            <a:ext cx="1298448" cy="29260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7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5901</TotalTime>
  <Words>1560</Words>
  <Application>Microsoft Office PowerPoint</Application>
  <PresentationFormat>Custom</PresentationFormat>
  <Paragraphs>179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Arial MT</vt:lpstr>
      <vt:lpstr>calibri</vt:lpstr>
      <vt:lpstr>calibri</vt:lpstr>
      <vt:lpstr>Calibri Light</vt:lpstr>
      <vt:lpstr>Inter</vt:lpstr>
      <vt:lpstr>Inter Bold</vt:lpstr>
      <vt:lpstr>Inter SemiBold</vt:lpstr>
      <vt:lpstr>Lato Medium</vt:lpstr>
      <vt:lpstr>Poppins</vt:lpstr>
      <vt:lpstr>Poppins Medium</vt:lpstr>
      <vt:lpstr>Poppins SemiBold</vt:lpstr>
      <vt:lpstr>Sohne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Lumbini_User</dc:creator>
  <cp:lastModifiedBy>Hemanth Kumar</cp:lastModifiedBy>
  <cp:revision>152</cp:revision>
  <dcterms:created xsi:type="dcterms:W3CDTF">2025-12-31T11:50:39Z</dcterms:created>
  <dcterms:modified xsi:type="dcterms:W3CDTF">2026-08-25T12:06:29Z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LastSaved">
    <vt:filetime>2025-12-31T00:00:00Z</vt:filetime>
  </property>
</Properties>
</file>