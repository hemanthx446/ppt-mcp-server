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EXECUTIVE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Plant Performance &amp; Operational KPI Strip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Real-time operational telemetry across OEE, quality yield, and inventory latency.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Hitachi Energy • CXO Manufacturing Control Tower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92.4%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Overall Equipment Effectiveness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+2.4% vs Benchmark | Plant Target: 90.0%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7419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99.2%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First Pass Quality Yield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+1.8% Improvement | Inline Vision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5303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1.2%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Unplanned Machine Downtime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-48% Reduction | Monthly Rolling Avg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171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187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220ms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Shop-Floor ERP Sync Latency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Sub-Second Verified | BTP Event SLA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393192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Work Center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Target OEE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Actual OEE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Root Cause &amp; Action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WC-101 CNC Machining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82.4%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-5.6%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Tool calibration drift -&gt; recalibrated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WC-204 Robotic Welding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Normal operational tolerance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WC-305 Final Assembly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-7.9%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Component kitting shortage (PO-4482)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Work-Center Capacity Loading vs. Production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Identifying binding operational constraints before work order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Hitachi Energy • CXO Manufacturing Control Tower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427619"/>
            <a:ext cx="1104103" cy="237882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1181" y="3004718"/>
            <a:ext cx="1104103" cy="280172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118% 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WC-101 CNC Machining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0843" y="3691933"/>
            <a:ext cx="1104103" cy="2114506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77625" y="3903383"/>
            <a:ext cx="1104103" cy="190305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843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90% UTIL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WC-204 Robotic Welding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3163306"/>
            <a:ext cx="1104103" cy="2643133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4069" y="3480482"/>
            <a:ext cx="1104103" cy="2325957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88% UTIL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WC-305 Final 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731" y="4220559"/>
            <a:ext cx="1104103" cy="158588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0513" y="3797658"/>
            <a:ext cx="1104103" cy="200878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731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127% 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731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WC-408 Quality 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Pareto 80/20 Root-Cause Defect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Targeting the top two failure modes eliminates 80% of manufacturing rework.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Hitachi Energy • CXO Manufacturing Control Tower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PARETO 80/20 ROOT CAUSE CONCENTRATION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90223"/>
            <a:ext cx="1962851" cy="1916216"/>
          </a:xfrm>
          <a:prstGeom prst="rect">
            <a:avLst/>
          </a:prstGeom>
          <a:solidFill>
            <a:srgbClr val="00B4D8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Torque Calibration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4411" y="4774631"/>
            <a:ext cx="1962851" cy="1031808"/>
          </a:xfrm>
          <a:prstGeom prst="rect">
            <a:avLst/>
          </a:prstGeom>
          <a:solidFill>
            <a:srgbClr val="00B4D8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4411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411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Component Kitting Mismatch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4422" y="5401086"/>
            <a:ext cx="1962851" cy="405353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4422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Barcode Camera Read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4433" y="5585338"/>
            <a:ext cx="1962851" cy="221101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4433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433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Operator Delay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4444" y="5695889"/>
            <a:ext cx="1962851" cy="110550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4444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4444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Other Minor Exceptions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EXCEPTION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Action-Oriented Plant Floor Corrective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Assigned mitigation owners, priority ratings, and due 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Hitachi Energy • CXO Manufacturing Control Tower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640"/>
                <a:gridCol w="3395144"/>
                <a:gridCol w="1493863"/>
                <a:gridCol w="1086446"/>
                <a:gridCol w="1358057"/>
                <a:gridCol w="1222251"/>
                <a:gridCol w="1222251"/>
              </a:tblGrid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ACTION ITEM DESCRIPTION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WORKSTREAM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DUE DATE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Recalibrate torque load cells on Station 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Maintenance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Lead Tech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IN PROGRESS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Implement automated ASN barcode validation in ERP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BTP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Conduct operator Poka-Yoke ergonomics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Plant 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Supervisor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Publish updated First Pass Yield dashboard to CXO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Data 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